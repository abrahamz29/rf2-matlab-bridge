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7d4520b6de4b94" /><Relationship Type="http://schemas.openxmlformats.org/officeDocument/2006/relationships/extended-properties" Target="/docProps/app.xml" Id="R95cc1f3d44364079" /><Relationship Type="http://schemas.openxmlformats.org/officeDocument/2006/relationships/officeDocument" Target="/ppt/presentation.xml" Id="R97653b256615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b476c4dfb14ee4"/>
  </p:sldMasterIdLst>
  <p:notesMasterIdLst>
    <p:notesMasterId xmlns:r="http://schemas.openxmlformats.org/officeDocument/2006/relationships" r:id="R5425c9fe3ff845b6"/>
  </p:notesMasterIdLst>
  <p:sldIdLst>
    <p:sldId xmlns:r="http://schemas.openxmlformats.org/officeDocument/2006/relationships" id="256" r:id="R6e42f3aa512d4e02"/>
    <p:sldId xmlns:r="http://schemas.openxmlformats.org/officeDocument/2006/relationships" id="257" r:id="Raeec2e57e8f64773"/>
    <p:sldId xmlns:r="http://schemas.openxmlformats.org/officeDocument/2006/relationships" id="258" r:id="Re17ac4628d084c42"/>
    <p:sldId xmlns:r="http://schemas.openxmlformats.org/officeDocument/2006/relationships" id="259" r:id="Rd35bd5b809ca4132"/>
    <p:sldId xmlns:r="http://schemas.openxmlformats.org/officeDocument/2006/relationships" id="260" r:id="R2ef50b97b31d4ec5"/>
    <p:sldId xmlns:r="http://schemas.openxmlformats.org/officeDocument/2006/relationships" id="261" r:id="Ra8f97ce09014464b"/>
    <p:sldId xmlns:r="http://schemas.openxmlformats.org/officeDocument/2006/relationships" id="262" r:id="R5a3741cbaebf4e59"/>
    <p:sldId xmlns:r="http://schemas.openxmlformats.org/officeDocument/2006/relationships" id="263" r:id="R24fef0796d954365"/>
    <p:sldId xmlns:r="http://schemas.openxmlformats.org/officeDocument/2006/relationships" id="264" r:id="R8f71d67d42ea43e7"/>
    <p:sldId xmlns:r="http://schemas.openxmlformats.org/officeDocument/2006/relationships" id="265" r:id="Rba01a75b89fd4e9e"/>
    <p:sldId xmlns:r="http://schemas.openxmlformats.org/officeDocument/2006/relationships" id="266" r:id="R50261b18558c45ed"/>
    <p:sldId xmlns:r="http://schemas.openxmlformats.org/officeDocument/2006/relationships" id="267" r:id="R0b91684673ad49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b476c4dfb14ee4" /><Relationship Type="http://schemas.openxmlformats.org/officeDocument/2006/relationships/theme" Target="/ppt/theme/theme1.xml" Id="R7e2a223ed4dc4285" /><Relationship Type="http://schemas.openxmlformats.org/officeDocument/2006/relationships/notesMaster" Target="/ppt/notesMasters/notesMaster1.xml" Id="R5425c9fe3ff845b6" /><Relationship Type="http://schemas.openxmlformats.org/officeDocument/2006/relationships/presProps" Target="/ppt/presProps.xml" Id="Re01b97a9abc14510" /><Relationship Type="http://schemas.openxmlformats.org/officeDocument/2006/relationships/viewProps" Target="/ppt/viewProps.xml" Id="Re1cf424251a345a0" /><Relationship Type="http://schemas.openxmlformats.org/officeDocument/2006/relationships/tableStyles" Target="/ppt/tableStyles.xml" Id="Refc83b84bfba40a5" /><Relationship Type="http://schemas.openxmlformats.org/officeDocument/2006/relationships/slide" Target="/ppt/slides/slide1.xml" Id="R6e42f3aa512d4e02" /><Relationship Type="http://schemas.openxmlformats.org/officeDocument/2006/relationships/slide" Target="/ppt/slides/slide2.xml" Id="Raeec2e57e8f64773" /><Relationship Type="http://schemas.openxmlformats.org/officeDocument/2006/relationships/slide" Target="/ppt/slides/slide3.xml" Id="Re17ac4628d084c42" /><Relationship Type="http://schemas.openxmlformats.org/officeDocument/2006/relationships/slide" Target="/ppt/slides/slide4.xml" Id="Rd35bd5b809ca4132" /><Relationship Type="http://schemas.openxmlformats.org/officeDocument/2006/relationships/slide" Target="/ppt/slides/slide5.xml" Id="R2ef50b97b31d4ec5" /><Relationship Type="http://schemas.openxmlformats.org/officeDocument/2006/relationships/slide" Target="/ppt/slides/slide6.xml" Id="Ra8f97ce09014464b" /><Relationship Type="http://schemas.openxmlformats.org/officeDocument/2006/relationships/slide" Target="/ppt/slides/slide7.xml" Id="R5a3741cbaebf4e59" /><Relationship Type="http://schemas.openxmlformats.org/officeDocument/2006/relationships/slide" Target="/ppt/slides/slide8.xml" Id="R24fef0796d954365" /><Relationship Type="http://schemas.openxmlformats.org/officeDocument/2006/relationships/slide" Target="/ppt/slides/slide9.xml" Id="R8f71d67d42ea43e7" /><Relationship Type="http://schemas.openxmlformats.org/officeDocument/2006/relationships/slide" Target="/ppt/slides/slide10.xml" Id="Rba01a75b89fd4e9e" /><Relationship Type="http://schemas.openxmlformats.org/officeDocument/2006/relationships/slide" Target="/ppt/slides/slide11.xml" Id="R50261b18558c45ed" /><Relationship Type="http://schemas.openxmlformats.org/officeDocument/2006/relationships/slide" Target="/ppt/slides/slide12.xml" Id="R0b91684673ad49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0e5f4140f8f4f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f712bafb6e4b23" /><Relationship Type="http://schemas.openxmlformats.org/officeDocument/2006/relationships/notesMaster" Target="/ppt/notesMasters/notesMaster1.xml" Id="R0fe41671527741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cf8b491d834123" /><Relationship Type="http://schemas.openxmlformats.org/officeDocument/2006/relationships/notesMaster" Target="/ppt/notesMasters/notesMaster1.xml" Id="R05792cf6d97c44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0ed0d3c6a040c8" /><Relationship Type="http://schemas.openxmlformats.org/officeDocument/2006/relationships/notesMaster" Target="/ppt/notesMasters/notesMaster1.xml" Id="Rd7312ecaf9e847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52169c20ab4ef8" /><Relationship Type="http://schemas.openxmlformats.org/officeDocument/2006/relationships/notesMaster" Target="/ppt/notesMasters/notesMaster1.xml" Id="R4ab97845c85f48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518d3cbf9441ec" /><Relationship Type="http://schemas.openxmlformats.org/officeDocument/2006/relationships/notesMaster" Target="/ppt/notesMasters/notesMaster1.xml" Id="Rda2f4ccb45094a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257dbd5ddb4141" /><Relationship Type="http://schemas.openxmlformats.org/officeDocument/2006/relationships/notesMaster" Target="/ppt/notesMasters/notesMaster1.xml" Id="R33dc4e3b30774d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c248b072cb4f50" /><Relationship Type="http://schemas.openxmlformats.org/officeDocument/2006/relationships/notesMaster" Target="/ppt/notesMasters/notesMaster1.xml" Id="R74d3ebcf17b148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f7f9cf6334348d4" /><Relationship Type="http://schemas.openxmlformats.org/officeDocument/2006/relationships/notesMaster" Target="/ppt/notesMasters/notesMaster1.xml" Id="R12a05c56311449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7c5209e26645c1" /><Relationship Type="http://schemas.openxmlformats.org/officeDocument/2006/relationships/notesMaster" Target="/ppt/notesMasters/notesMaster1.xml" Id="R6cef43a1750948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eba92424fd422e" /><Relationship Type="http://schemas.openxmlformats.org/officeDocument/2006/relationships/notesMaster" Target="/ppt/notesMasters/notesMaster1.xml" Id="Rce2e5c770392476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1c6d05a8e048ee" /><Relationship Type="http://schemas.openxmlformats.org/officeDocument/2006/relationships/notesMaster" Target="/ppt/notesMasters/notesMaster1.xml" Id="R71ae322dcfb849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b8035ec10654456" /><Relationship Type="http://schemas.openxmlformats.org/officeDocument/2006/relationships/notesMaster" Target="/ppt/notesMasters/notesMaster1.xml" Id="R69882f7df44a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f405bb7c24e9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1199a5a73b441e" /><Relationship Type="http://schemas.openxmlformats.org/officeDocument/2006/relationships/slideLayout" Target="/ppt/slideLayouts/slideLayout2.xml" Id="Ra7f187f42e03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f187f42e03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b0c2016b3f444a" /><Relationship Type="http://schemas.openxmlformats.org/officeDocument/2006/relationships/notesSlide" Target="/ppt/notesSlides/notesSlide1.xml" Id="R2d614c86c5b1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819696a8ac474c" /><Relationship Type="http://schemas.openxmlformats.org/officeDocument/2006/relationships/notesSlide" Target="/ppt/notesSlides/notesSlide2.xml" Id="R1675e22a98bb4e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5e7166bec04a06" /><Relationship Type="http://schemas.openxmlformats.org/officeDocument/2006/relationships/notesSlide" Target="/ppt/notesSlides/notesSlide3.xml" Id="Rc7dcf1edc02c40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69990a5f3b4108" /><Relationship Type="http://schemas.openxmlformats.org/officeDocument/2006/relationships/notesSlide" Target="/ppt/notesSlides/notesSlide4.xml" Id="R39189bffbe8546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9b6221bbf445f7" /><Relationship Type="http://schemas.openxmlformats.org/officeDocument/2006/relationships/notesSlide" Target="/ppt/notesSlides/notesSlide5.xml" Id="Rd7ee1035f6a44b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dea4fcd74e4d9f" /><Relationship Type="http://schemas.openxmlformats.org/officeDocument/2006/relationships/notesSlide" Target="/ppt/notesSlides/notesSlide6.xml" Id="R7d33c02060d84e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1c731786a54b62" /><Relationship Type="http://schemas.openxmlformats.org/officeDocument/2006/relationships/notesSlide" Target="/ppt/notesSlides/notesSlide7.xml" Id="Rb5183eb14d4c46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d9ab16fc774b26" /><Relationship Type="http://schemas.openxmlformats.org/officeDocument/2006/relationships/notesSlide" Target="/ppt/notesSlides/notesSlide8.xml" Id="Rbbbfccd914d342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422a4b7a1d4cfe" /><Relationship Type="http://schemas.openxmlformats.org/officeDocument/2006/relationships/notesSlide" Target="/ppt/notesSlides/notesSlide9.xml" Id="R8f8e110b719046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0f9745597a4798" /><Relationship Type="http://schemas.openxmlformats.org/officeDocument/2006/relationships/notesSlide" Target="/ppt/notesSlides/notesSlide10.xml" Id="R51206809c287429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d517b0bb7c46d8" /><Relationship Type="http://schemas.openxmlformats.org/officeDocument/2006/relationships/notesSlide" Target="/ppt/notesSlides/notesSlide11.xml" Id="R0d06b2c50f8844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a598048fdce4e18" /><Relationship Type="http://schemas.openxmlformats.org/officeDocument/2006/relationships/notesSlide" Target="/ppt/notesSlides/notesSlide12.xml" Id="R29f53725f54843d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61F0E9-7F48-47B0-8CFC-FF2DDA6F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8DA26-B6EC-4061-B4BA-2D3E4B7F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E2328-C8C2-4871-A6D6-5E9271E9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EDC9"/>
                </a:solidFill>
                <a:latin typeface="Aptos"/>
                <a:ea typeface="Aptos"/>
                <a:cs typeface="Aptos"/>
              </a:defRPr>
            </a:pPr>
            <a:r>
              <a:t>Deck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296939-1D22-4D18-B591-3F989E10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304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RMOD-K Modelltypen und Physik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4F6DB-2ED4-401F-BE2E-296493F7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D8E8F1"/>
                </a:solidFill>
                <a:latin typeface="Aptos"/>
                <a:ea typeface="Aptos"/>
                <a:cs typeface="Aptos"/>
              </a:defRPr>
            </a:pPr>
            <a:r>
              <a:t>Wie Formula, RB, FB, Misuse, RMOD-M, FlexView und Messdatenpipeline zusammenhaengen.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3CBEA-3572-4EC2-A2F0-F267CDDE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95350"/>
            <a:ext cx="69723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862DB-9E3A-45A1-B313-15CA7264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123950"/>
            <a:ext cx="63627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RMOD-K ist keine einzelne Reifengleichung. Es ist eine Modellfamilie vom schnellen Formula-Modell bis zur flexiblen FE-Belt-Struktur mit Contact Patch und Postprocessing.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DF2C6-A05A-4C27-B34D-EAE85AC1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0040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4292F-0897-439B-AE30-E5174E05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147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61602-8E22-4C80-A24C-99847B028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57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public steady-state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96290-E0C3-4B24-A028-B090296F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092DC9-F9C5-4292-B943-47268D850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1470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RB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93DB7E-6ACC-4EBB-A7DF-49804480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rigid belt fuer ride/handling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05102-31C2-45A9-81DC-67614A8D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243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00BFBB-B0A4-4AA9-897A-F591D8F3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FB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D875AB-B473-4F25-B0DB-38D2D13B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81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flexible belt / FE Substruktur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FFBD68-E00E-4F2C-A193-3DA1C141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243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EE7BF1-8860-4068-A7D2-320821CB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1285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FlexView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AF484-7D33-461D-885B-8D2BEF2D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8155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Pre/Post, Animation, Footprints, TDX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8D46CD-38F8-468E-B44B-2279CB13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80B15-87E2-42B7-8546-AB2F6FA4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lokale rf2-tyre Doku, RMOD-K Crawl, Formula VS2017/VS2013 Archive.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7335F-C057-4287-9CC6-B97B80E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</p:spTree>
    <p:extLst>
      <p:ext uri="{BB962C8B-B14F-4D97-AF65-F5344CB8AC3E}">
        <p14:creationId xmlns:p14="http://schemas.microsoft.com/office/powerpoint/2010/main" val="16319006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382ED-5FC8-440C-A7BA-9072054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AF461-BAE5-4DB0-9470-0603F48A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Mental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B0A66A-F295-437D-BA16-BDF2158A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RMOD-K als Modellfamilie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59016-7589-4304-8FE9-3E06DA38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ADE0D-28B5-48F8-8468-E5988F35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0CC578-7C8C-4BCF-8D80-BFC6FDB5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RMOD-K Modellseiten RB, FB, Misuse, Formula, FlexView, Measurements.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068F4-D484-4A57-8F9E-F6AA448F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32FFD-42C5-4DF3-A746-C79E679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390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E43A8-3B7D-4E12-901C-F4A6498E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D89FB-D299-4E48-9532-AF75CDB6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Formula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7B678-49AA-4135-AEFB-25F2282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analytisch/diskret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stationaer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public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25694-CD90-4C73-AD76-E5E31532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5066AA-5C27-4E4E-A2CB-BAA0D2D6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4DD51-39E3-4C54-B1C7-0072BF31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RB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86B006-18B8-44A6-B1E8-85FB9E84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rigid belt body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Kontaktmodell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Bushing/Marker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A07BA-4810-4EA6-8E4B-DACFC60F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390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CF7F3-BB48-47E4-B4D3-5DBAD129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EA37E-1E65-49F7-86D8-0432E46B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FB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1E303-80CC-4E93-A358-34D712B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Flexible FE-Belt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Modalbasis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lokale Verformung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A46B55-D134-453C-9BDC-CFB02A9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3390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1DADA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11B47-DA6F-42E2-B100-49E6D745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813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F79306-3C4F-4176-9A37-86050284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Misuse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02940-9DAA-4CA9-95AC-B8FCE28A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grosse Hindernisse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Rim Contact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unilaterale Nichtlinearitaet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207EA-039A-4795-A2D5-A715E9A7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3390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75144-9553-4B5F-AABF-E0C3B76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A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9A3F03-8728-43F5-B29B-DCDE0A1D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RMOD-M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713CC-9C79-4890-8B2D-D5D1F975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766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modale Struktur-Ausgabe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BELTBUSH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Mehrkoerper-Kopplung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967B06-3AB7-4CE5-BAEC-9080915B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33909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9EC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D58534-F2EA-41E0-9849-2F5AB8BC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81350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8D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B43C94-6702-4D88-93CF-B0016F9E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C8D8A"/>
                </a:solidFill>
                <a:latin typeface="Aptos"/>
                <a:ea typeface="Aptos"/>
                <a:cs typeface="Aptos"/>
              </a:defRPr>
            </a:pPr>
            <a:r>
              <a:t>FlexView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4D045F-8831-4846-BECA-7DA12253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3048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Pre/Post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- 3D Footprint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Friction3D, TDX Viewer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4CA877-BB19-46BA-ADAD-13FB1227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Die Modelle teilen Datenlogik, unterscheiden sich aber in Rechenaufwand, Datenbedarf und dynamischer Bandbreite.</a:t>
            </a:r>
          </a:p>
        </p:txBody>
      </p:sp>
    </p:spTree>
    <p:extLst>
      <p:ext uri="{BB962C8B-B14F-4D97-AF65-F5344CB8AC3E}">
        <p14:creationId xmlns:p14="http://schemas.microsoft.com/office/powerpoint/2010/main" val="17588068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B98579-90B1-4756-A52F-D6E4ED95D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1F433-384C-4E0E-AB7D-CE183A56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Einsatzbereich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69318D-5611-43E0-9090-598CD5C0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Welches Modell fuer welches Problem?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4901B-E20D-4764-9EE6-8099A8EC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F3E4A-A036-48F2-959B-491FE4F3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5F719-2548-4D5B-81E6-1A7D3DF5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Einsatzbereiche aus RMOD-K Beschreibungen; Grenzen koennen versionsabhaengig sein.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A6A88-6F4F-4517-8BAD-D406ADFB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A2272-2892-4A95-AB26-EFC33ECE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0EFF6-5702-4E83-98C9-DD6ECD47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855B4-0FCD-42DE-8BC0-6E46980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Fragestellung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8F034-4CA5-4F64-9195-48BFB0E9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C6101-A7F6-4888-841E-0F2C64DA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Passender Baustein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B1A41-8557-4882-AF19-4357629A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CFD06-7727-4890-B680-541885EB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Warum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E7F732-48FE-4C37-9019-8A8F5AACF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9CD10-434C-49D9-8A37-24727D137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stationaere F&amp;M Kennlinie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6B9BA2-61ED-4C20-8414-E04F7FE8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FE495-ED48-4093-88B2-DA29C988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0B6C4-FB41-4974-B342-FD1A35E6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BFC91E-4593-4072-A5A9-A346C229F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schnell, transparent, fitbar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C6017-B707-418C-9601-9F6A6F98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AF7CC-83EC-4FCD-9EE1-F5A7F5BE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rF2 Fahrgefuehl/TGM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B024C7-8C01-412A-9C19-50E1DBE6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B94EF7-0508-4EB1-9DA6-DC5B4708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rf2-tyre + tTool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0240CD-631F-4C0B-8CFD-59BC9323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172BE8-60A5-43A2-ACEC-FA9F9AD3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rF2 Runtime bleibt Lookup-getrieben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67DD89-565C-4CC4-AD84-3457CE16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78BC1-373D-4F39-8347-CEBFDB47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Ride/Cleat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CF79A3-AB81-4189-95AD-E29B29D3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04267A-0BDE-46E9-83B3-B5831AA5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RB oder FB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199467-49BA-4FAA-AFC5-96F78106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BD2786-C876-4183-91E5-349911A69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struktur- und kontaktgetrieben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8C1535-56C0-466A-A6EF-4D2BE55D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F5D338-38BB-4F80-95E1-A3DA85FD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Footprint/Stress/Modal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CB007-513C-47C7-9237-59284180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B017C-69F2-46D9-8F5E-C519AECC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FB + FlexView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4822C2-3627-4EA4-8AF0-36285234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8EE3DA-27BE-4E29-949F-09051F30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3D Resultate entscheidend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957CE2-6CE2-4DB0-823E-DDE1C0AC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C8C9B4-633B-41BD-BB37-C6AC9B1D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Pothole/Rim/Extreme Kerb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D14DA0-69B7-4D1B-82F7-FC7354A4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CDBDD8-F80C-49C5-8783-CD59428D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FB Misuse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C4B632-DC61-466F-BAC6-400A22AA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D899E4B-8B47-42F7-A7EE-B3475A28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anderer Lastfall, andere Daten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1BA4F3-7AAF-4371-B1EA-F09A1B7F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B6AC2E-4EE7-43F2-A82B-1E550C9C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internes Tooling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4C7ACD-3CBE-41F6-881E-B633519D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7ADFB1-55B0-4F86-8204-1037B90F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 + TDX zuerst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DA78BA-978A-44A4-911B-9C74186D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E16FB4-E312-4313-8EC0-D1A52E3F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maximaler Erkenntnisgewinn pro Aufwand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8E84FE-429B-47FB-9384-418ACDBA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Nicht mit Komplexitaet starten: Das Modell wird vom Versuch bestimmt.</a:t>
            </a:r>
          </a:p>
        </p:txBody>
      </p:sp>
    </p:spTree>
    <p:extLst>
      <p:ext uri="{BB962C8B-B14F-4D97-AF65-F5344CB8AC3E}">
        <p14:creationId xmlns:p14="http://schemas.microsoft.com/office/powerpoint/2010/main" val="13381758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8EEA72-015B-4436-AE01-079C644D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04A5B-F0C1-40CD-8260-ABDAD983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Kleinstes RMOD-K Modell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6F340-AA80-4DF9-A9AA-EAA25BB9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Formula: public, schnell, stationaer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07C75-0454-4740-9829-D11C591E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CBC9E-60C0-4B0F-9218-FE18FA80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54298-6DF0-4FE1-8828-5ECDAFB9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Formula-C++VS2017/source.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942BB-FA80-4E1A-ACA3-0F7B88D9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057C0-C912-49A6-B66F-65806C57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6D74C-27C3-4710-AD9D-4B51C24B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40D538-B9D7-403E-A7FD-7EB1F0D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sx, sy, st, Fz, VT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74EF1-7F34-4E3B-A6E7-93518A03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2A4791-97A2-4420-95B9-F4013AD0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B3C0E-3FF2-428F-87A9-454CCB79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0B114-C9B6-48BD-AA8A-269ECEDC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Parameter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69EB44-79C1-403D-BF1B-7FE1C304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Steifigkeit, Reibung, Geometrie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F59322-7C21-4B5B-A446-4445F080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33376-6402-4D1C-B15E-EC0BE45A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22C5D5-BD5C-4FC9-9908-00C57316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50BB7B-3324-4F5F-8B10-C1D14660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Contact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826DBC-6F63-41E2-878C-5679F377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h, b, Druck, Grid oder Integral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92DA5F-9E8B-4E95-A3F4-4977DE50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E5ADE-9FE7-43E4-9FF1-2F784073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48DD8-5322-4FC7-B386-D11D7A9D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89C50-60A3-4231-B577-BB787473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Forces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93D87B-54A0-49DE-9D58-C27875DD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Fx, Fy, Mz plus Stick/Slip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88C9BC-630C-428C-91DB-0E17A27C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B543B-719E-426B-829D-F437676A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BFF2B-44E6-43AB-99A1-D372C1D4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Zwei Varianten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0D8E3D-12B6-49B8-A0EF-87E7416A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ContinuousFormula: geschlossene Integration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DiscreteFormula: Kontaktpatch-Gitter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Formula_Run waehlt model=1/2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3055F3-5970-4B78-A781-7D016DC0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A5D36-AD57-4514-9F5F-A4C64088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50EEB6-EFC7-4B5C-B1DB-22C1B140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Richtige Einordnung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824382-D8D4-46B1-B127-F75B7A33E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gut fuer Lernen/Kennlinien/Optimierung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nicht die kommerzielle RB/FB Dynamik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kein Ersatz fuer LookupV2/PatchV1</a:t>
            </a:r>
          </a:p>
        </p:txBody>
      </p:sp>
    </p:spTree>
    <p:extLst>
      <p:ext uri="{BB962C8B-B14F-4D97-AF65-F5344CB8AC3E}">
        <p14:creationId xmlns:p14="http://schemas.microsoft.com/office/powerpoint/2010/main" val="693514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DF047C-3A5D-4E1D-A463-30606E2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3C699-329B-4F67-A72C-EBE7E9A73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RMOD-K RB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4938C-35D1-471D-8829-68758303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Rigid Belt RB: schneller dynamischer Strukturreifen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47086-C594-427C-9588-84377102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B97B6-0159-475F-9662-A63122E5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2CB63-4627-4559-BEC4-DC87287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RMOD-K Rigid Belt Modellseite und Pre/Post Beschreibung.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1BA0B-A5E2-4D9D-8C6D-4FF09A4A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53F8E-D674-4C2D-A1A7-43468401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B1C702-135A-494F-8C2C-ED5298E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MBS Marker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62940-2D30-4E3F-B307-E82728C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Radtraeger/Hub koppelt Reifenmodell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4E658-F7DE-463A-9F05-DBE6D0A2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89E9AB-D5BC-44BB-A7C5-F542CF52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09B4D2-09BB-415B-8485-56AFF834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68A770-A4AA-4819-828A-63E2880C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Belt Body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F022B-BBC7-4DEA-8B2F-27DE0508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quasi-starrer Belt mit elastischer Lagerung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97D42-FBA2-496C-83B6-E8720611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E362DD-25D3-4444-B13E-B8F742CD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D9FEE-9364-4BAC-A2F0-678CDFAF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3C259-E777-4576-89DB-C2202628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Contact PDE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52175-A239-437F-8D47-88A6766C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lokale Kontaktkraefte ueber Footprint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71371E-0F79-4BE2-8C77-E2281554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25361-8954-44D7-96EF-F2530DC7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32D9A-2E88-4E78-A1C5-C1F098D9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EE3EED-E397-4F6C-8303-D30E7288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Outputs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7E4CD9-BD1D-4652-B50B-D9C900B4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Kraefte, Momente, BELTBUSH/RMOD-M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052DD8-D251-45DC-B7E9-340445C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3CFD9-4A54-479D-BDEF-0A8B52BC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E36A6A-62B5-4BCF-91D8-44219333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Funktionsprinzip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346652-B9FF-4FBE-8F65-736244C5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reduziert Struktur auf rigiden Belt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elastische Freiheitsgrade statt volles FE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schneller als FB, dynamischer als Kennlinie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897320-BA78-4214-99C5-73C12311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AE6CA2-3A01-4441-99D5-AA81673C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E47C74-A70B-4364-9433-1943DD271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Datenbedarf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59AEAA-0CDD-4A9B-89E7-4AB63781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Struktursteifigkeit, Kontakt/Reibdaten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Dimensionen, Druck, Massen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Modal-/Cleat-/Stiffness-Messungen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E47AEF-C051-443D-A5DA-B5F3FA66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RB ist die pragmatische Mitte: mehr Physik als Formula, weniger Rechenlast als FB.</a:t>
            </a:r>
          </a:p>
        </p:txBody>
      </p:sp>
    </p:spTree>
    <p:extLst>
      <p:ext uri="{BB962C8B-B14F-4D97-AF65-F5344CB8AC3E}">
        <p14:creationId xmlns:p14="http://schemas.microsoft.com/office/powerpoint/2010/main" val="8382145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0EF9BF-4070-4B0D-B4B0-DCAE9B8A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6023F-2C06-4D96-85C0-E5215DEC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RMOD-K FB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B823C-662C-49FE-9AF2-67C69FEB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Flexible Belt FB: Strukturmodell mit lokaler Verformung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669F0-6460-4094-BD88-388C811A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A3FCB0-D529-42CE-9D42-961A762C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0728FA-2A79-4A1F-A976-2F36E48E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RMOD-K Flexible Belt FB Seite, Pre/Post Abschnitt und TPL/Measurement Hinweise.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97E069-D8D1-4B0E-B961-61356F31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2764F-6FFB-41F6-B1FC-248166E6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C158B-4D3B-4799-932C-8A6B479F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Cross-Section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940867-E510-4BEA-8A0B-23F6ADF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Master-Querschnitt, Layer, Rebar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6DD2D5-C621-4405-AF8D-393FC7C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2788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E1D8FF-BA23-4438-A37A-2EEA53ADE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0888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7F3B9-8940-4D16-8A0E-403E10C0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831344-CAFE-497F-9161-5E26129E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FE Substructure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CF87F2-C229-40CB-9FEE-3B365069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diskrete Struktur mit nichtlinearer Steifigkeit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DE08F-40BA-4029-A0FB-E389D67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8567DE-A924-436D-85DE-9CB9A961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B35B9-CB3A-4EA0-ADB6-6E35178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24B30D-794E-475A-B7F4-90A36CE1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Modalbasis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5FE379-4C6F-43E1-B785-55073EE3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reduzierte dynamische Freiheitsgrade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DDD1B4-DA1B-45B9-9629-391E20BC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7763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7AB1DC-F907-4B50-8C57-DA5D6F59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200566-AE79-4F3A-9DB3-7EFF3D8C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1543050"/>
            <a:ext cx="2509838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DA8A9-C4F4-4C52-97D2-E0DBFC1B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1657350"/>
            <a:ext cx="2281238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Contact Patch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C07D51-9F8F-4485-BA56-AB097C20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0663" y="1943100"/>
            <a:ext cx="224313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Knoten, Druck, Schlupf, Stress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D6E871-EFD5-4A04-B81F-BA14CFF1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1FAF7E-2B3A-47EE-9E29-2258EEB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26B8DE-895C-4C50-90B3-539AC0F7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Was FB liefert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910DB6-56BC-4B28-8274-567548AB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lokale Belt- und Laufflaechenverformung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besser fuer Cleats/kurze Wellenlaengen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- 3D Footprint und Kontaktstress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1C07E9-F678-4EB8-B1BE-F82A3498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1D84C5-9D8C-4233-AFC9-443A9E56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E89954-328C-4720-B901-3A0E83625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Warum das bei uns fehlt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7C3602-BD85-4391-80A0-88AA5B6E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TGM Node-Geometrie ist kein FE-Mesh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Solver/Kontaktintegration/Postprocessor fehlen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Mess-/TPL Pipeline muss zuerst sauber sein</a:t>
            </a:r>
          </a:p>
        </p:txBody>
      </p:sp>
    </p:spTree>
    <p:extLst>
      <p:ext uri="{BB962C8B-B14F-4D97-AF65-F5344CB8AC3E}">
        <p14:creationId xmlns:p14="http://schemas.microsoft.com/office/powerpoint/2010/main" val="10202805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811471-B890-462B-9004-E0ACB922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C8DE3C-F4CC-4AAA-B7F3-A703AF14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Wie RMOD-K Arbeit sichtbar macht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91C681-4F77-4811-B2CC-1355E693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Preprocessor, Postprocessor und FlexView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84EEC-C520-4A5A-A1F4-DE0B3A50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1EE70-955F-401E-B648-07EFE313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327713-5886-473B-A0E2-38BCAEFB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RMOD-K Flexible Belt FB #prepost und FlexView Seiten.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8886A-B309-4509-9DAC-D4DB52A3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A1FDB6-448C-438C-BE8C-45CB8BBA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9300A-54FF-48C1-885E-249B55D6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02BDC-51EB-43A8-9151-3E09426E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Baustein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B0F56-5675-4F60-9323-4BC7320E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437618-0C48-4B28-91B4-762D75A0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Funktionen laut Doku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9CAB25-A964-4A10-A24A-63A59719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EDB6B-D894-46E5-A0F1-DCA50898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Nutzen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D62E8-4D94-4C86-9357-0A4C9311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398B7-B626-4D2E-8BA5-931F3AA3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240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Preprocessor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B6F45-29BB-4301-A3BA-54601E64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574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65F52B-59A4-430C-BD60-6798D42C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240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GUI Parameterisierung, Standardmanoever, DOE, einheitliche Inputdatei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1BE5CE-F36B-4582-88C7-BE2644D0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574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366A75-643C-4089-BB61-81352BF4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240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Modell bauen und Varianten kontrollieren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6AE25F-8952-4309-8DC5-4A2F0D52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4FE015-D31C-44A5-9CD8-309D9C5F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955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Postprocessor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560E19-DBAD-46F8-98D4-81C30FEB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7B6764-29DF-47C8-9515-F323BE39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955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Modalanimation, Zeitbereichsdynamik, Footprint, Contact Velocity/Stress, TDX Plots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DC99D-4073-4DE8-9896-161BEBD6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28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A7343-E5BF-46BE-9488-3047CF56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955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verstehen warum Kraefte entstehen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57E0B-81AB-4345-AD8E-BB2961FA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36ADEF-619C-4073-9531-B55E467A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FlexView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F89C8-73C9-4DB5-AC62-062C12B6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004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074607-3149-46A8-9CDB-FA4037BF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670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3D Footprint Editor, Friction3D Editor, Animation, TDX Result Viewer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FEF07D-7D2D-47EE-95CC-B4526AA44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004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C64AAF-7605-46E0-B143-018ED414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670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Expertenblick auf Kontaktpatch und Struktur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6B8E3A-BED9-4CB1-8978-300D1170D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524F2E-DD7A-450E-9156-D4960957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gnuplot/TDX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0844B7-E717-40F0-88C8-9B1F0CA2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4CB75-F97C-44DB-B1C1-ECA3CF98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385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Plot-Schnittstelle und erweitertes ASCII Resultformat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F806D9-A92C-486A-8CE4-6CFB19F1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61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1E970C-3B00-4AD4-BDE9-8B5FFE9E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38575"/>
            <a:ext cx="346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Austausch und Reporting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782F2-E235-4904-B24D-18BCFD50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Ein Postprocessing-Tool ist fast so wichtig wie der Solver; ohne 3D/TDX/Footprint bleibt das Modell Black Box.</a:t>
            </a:r>
          </a:p>
        </p:txBody>
      </p:sp>
    </p:spTree>
    <p:extLst>
      <p:ext uri="{BB962C8B-B14F-4D97-AF65-F5344CB8AC3E}">
        <p14:creationId xmlns:p14="http://schemas.microsoft.com/office/powerpoint/2010/main" val="5145354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1B64FD-4534-476A-8FB8-D878C40A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C4A26-E82E-42CD-BF7A-B42F4928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Grosse Hindernisse und Rim Contact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E1B577-EF3F-4E0B-9ECC-24AFC697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FB Misuse: wenn Reifen und Felge an Grenzen kommen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C07D7-32AE-4198-9574-E3B8E81E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1DE53-8AFE-4526-BD28-9336256F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C5B36-D9A2-47F8-BAB9-DDB18F2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RMOD-K FB Misuse Modellbeschreibung.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9E4A4-0E07-43DB-BF59-6DF55942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D3BB5-E406-4EA1-877D-5B02870C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3CBE6-033B-40EC-8750-24DE7EC66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3D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78BA9-E203-4C76-93BA-10E7C602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63D40"/>
                </a:solidFill>
                <a:latin typeface="Aptos"/>
                <a:ea typeface="Aptos"/>
                <a:cs typeface="Aptos"/>
              </a:defRPr>
            </a:pPr>
            <a:r>
              <a:t>Problemklasse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5C4D6-8D40-47A6-A489-21419B4F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Potholes, harte Kerbs, grosse Hindernisse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Kontakt nahe/innerhalb Felge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lokale Strukturbelastung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9C5BFE-AE16-493C-842D-8B31E133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72FC8-F877-481E-9472-A1C5D2C2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09530-07C7-4241-BB6E-2E97632E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Modellidee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EEB9C-7EB8-410A-AB0D-12824C3D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FB-Struktur bleibt Basis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Gap-/Kontaktinformationen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Hindernis-/Rim-Geometrie erweitert Bedingungen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7E265E-AAA0-4500-B46C-40C65FF3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3909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9AAB8-1485-492C-8A7A-C1C0C18B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875F6D-28C9-4633-B07B-EC75BE57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38300"/>
            <a:ext cx="304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Relevanz fuer uns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F69C92-8E27-4CB4-9A42-FE2A647F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00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nicht erste Prioritaet fuer normales rF2 Handling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wichtig bei Kerb-/Damage-Studien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nicht aus Public Formula ableitbar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9CCEA-66AA-451B-97B8-39034657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34000"/>
            <a:ext cx="9906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Misuse ist keine schaerfere Reibkurve, sondern eine andere Lastfallklasse.</a:t>
            </a:r>
          </a:p>
        </p:txBody>
      </p:sp>
    </p:spTree>
    <p:extLst>
      <p:ext uri="{BB962C8B-B14F-4D97-AF65-F5344CB8AC3E}">
        <p14:creationId xmlns:p14="http://schemas.microsoft.com/office/powerpoint/2010/main" val="21408111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0F5581-40B4-49DE-9075-B1219880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C9E8D-9E49-4667-9519-7F74B138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Parameterisierung als Engpass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0D708F-9B94-4CFD-B741-5A80F38F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Messdaten, TPL und TDX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F4FB0C-ABD4-4179-ACC2-1B3BE500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E014D-4AAC-4AA0-87A6-B6CF3D94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A6501-B882-4400-9C1F-048EC85B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RMOD-K Measurements, Request XLSX und TPL PDF im lokalen Crawl.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7C19F-5EAB-4E5F-80F1-4EAC7F36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52149B-1101-4F64-B579-7B99DAD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0207A-DDD8-455B-9500-360FCA20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TPL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736571-48B1-4B7C-8718-99B8D948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Messlabor/Parameterisierung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8B765B-7DAE-4520-A738-844EB1FD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AA43D-6DE8-42D8-A419-08AE1B8F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258BA-D376-4090-9686-91817230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BFCB27-BC86-4170-B016-A81E4EC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Measurements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81B47-06B5-4505-969D-C3D09FD5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Dimension, F&amp;M, Stiffness, Cleat, Modal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02BF0-9050-4284-A703-F02A6E3E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93D8F-FB6D-4DBA-8BD5-A78841D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3D7328-0878-4BEB-9D26-651C2711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BBBABE-27BB-4C94-8077-C013D15C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TDX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32D3B1-C5F4-4E30-9EE1-D99FDCDC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ASCII Austauschformat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CFF066-9757-4CC5-B35A-09F8CB09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0CA91-2E66-482A-8333-0918125B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9AE042-DDAA-4D7B-B138-1B5F0FE9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102D40-6638-495D-B7CA-02E23818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Model Fit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3C6300-7BC4-4CA6-A9B6-717F8202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Parameteridentifikation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2697FD-B2B0-4ECA-AF52-1D66B4C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25BF0-EC6A-4836-8B04-72FEA8D9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1649D-8879-455F-9E80-EA7D8E5D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F9AE1-8195-4AF7-B150-894D2946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Simulation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E41B39-E564-438F-94DF-C8CD6EC8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Formula/RB/FB Resultate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3DC4FF-698D-4A0B-9530-BAA1CF9D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0F0BC-DA7B-4763-BE1E-361E4676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8A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8CD2E4-5C04-4876-A1BF-F15728E4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Datenpakete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289544-CE65-4FE0-B4FA-9A5F153C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Dimension/Mass, Topology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Force &amp; Moment, Static Stiffness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Cleat und Modal Systemdaten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45C9AB-C15A-410A-8AD1-3B7073C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83374D-ADFF-4DC7-9215-F49ADEBD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8EB504-36BD-4EFC-8AF5-31991051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Warum wichtig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BE1B57-AD68-4EAA-8338-6E2CEA17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ohne Messdaten kein belastbarer Parameterfit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TDX ist der naheliegende Austauschanker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DB Mapping ist erster Tooling-Schritt</a:t>
            </a:r>
          </a:p>
        </p:txBody>
      </p:sp>
    </p:spTree>
    <p:extLst>
      <p:ext uri="{BB962C8B-B14F-4D97-AF65-F5344CB8AC3E}">
        <p14:creationId xmlns:p14="http://schemas.microsoft.com/office/powerpoint/2010/main" val="68298945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465A87-E035-4BA2-B4E4-D77A5A3D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4151F-1576-4E9F-9192-09A3071C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Formelmodell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F27AFA-EAA0-4B36-9955-9F234F13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Continuous Formula: schematischer Aufbau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94682-E0F5-410C-AE93-68132445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A1ECD-E680-482F-8F1D-67B9E238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929D57-DE83-4E90-94E8-C270C212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ContinusFormula.cpp; Gleichungen schematisiert.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668921-A54E-429B-936B-89D832D6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11F4A-30B7-4E21-94F9-91618E87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1EB698-102B-4EEA-BA9A-E51AC37A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Slip/Load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91D27-9183-4946-A9EF-08F7B0C33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sx, sy, Fz, VT plus Offsets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BDF6D-471A-4B4F-AFD2-027AD37A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AFBD7-E000-4D43-A70A-4A1FFEBD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72D4F2-A1A0-412D-8428-C3791E64F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00A2E6-AC15-4162-A5FF-3F17D384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Load Scaling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A23C0-B2C3-4762-AE70-AD718A68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cx/cy und mue nach Fz/Fzbar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45B069-9D30-4898-829E-101E280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14A1CA-B106-4FB3-A916-02C1D53C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6E709-5890-467C-B810-4EB04884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F52D6-8888-4B50-BE84-483E3DFA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Contact Geometry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594B9-4384-4359-B74B-494AD5A0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h, b, sigma aus R, cR, pin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22D938-A1EC-4A05-8F73-C8D100E5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41185-A9B8-4394-834F-1DC7E3BE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47976F-19DA-4DF1-9959-F19BD3DF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63A01-5025-4848-97D9-C5C27955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Stick/Slip Integral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F5D13-9E80-4BF1-9D47-67F96D9F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kappa begrenzt Haft-/Gleitbereich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43EC8A-39C7-4CCB-BA82-5706F1A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FDA3F-BB15-4C70-987B-D876C4D0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209F88-E39F-4DCC-80D0-63F507FC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196F7F-CB8F-4F98-861A-3D760061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Output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506C80-3265-4033-8178-604B299E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Fx, Fy, Mz mit Momentenskala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E77A67-A918-4EAC-B826-C0DDBBBF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mue = mue0Fz + (mue0Fz - mue1Fz) * (exp(-abs(VT * resslip) / cmueFz) - 1)</a:t>
            </a:r>
          </a:p>
        </p:txBody>
      </p:sp>
    </p:spTree>
    <p:extLst>
      <p:ext uri="{BB962C8B-B14F-4D97-AF65-F5344CB8AC3E}">
        <p14:creationId xmlns:p14="http://schemas.microsoft.com/office/powerpoint/2010/main" val="13311357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429C7-E439-4510-BB8E-30C47979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143C09-3366-4878-A169-863700EC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Formelmodell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138B53-CD5D-4C31-A34E-ECE7B9E4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Discrete Formula: schematischer Aufbau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3661E6-4C41-43D9-BE61-4FC43629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03547-23B3-4EBF-830A-37FC54F4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6D50C-489D-4B2D-8361-522E8A09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Quelle: DiscreteFormula.cpp.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5DF86-FD13-4228-8D4F-5A7EA5E5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3EBC4-E753-4013-B0AA-4B43BA9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8E8F1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33B26-C18F-42F4-8A9B-D9685EE1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78A7"/>
                </a:solidFill>
                <a:latin typeface="Aptos"/>
                <a:ea typeface="Aptos"/>
                <a:cs typeface="Aptos"/>
              </a:defRPr>
            </a:pPr>
            <a:r>
              <a:t>Grid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EF4ED8-64CD-4918-9D73-65CB8D4C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i/j Kontaktpatch ueber h und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93B40-D778-474F-8AEC-0C81B82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28ED87-F06E-4C82-99CB-7929BF7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39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9CF50-BFF1-426D-8665-1029F1AC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084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DEDE4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64998-56CA-433A-88C7-634DDC0B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514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Pressure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14411F-1951-429E-862F-F04B8C47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analytic cases oder GetFz/Area Lookup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045206-C7E9-4C3D-B47E-69A73FBC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28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635E5-2F80-4AC7-A9E0-2D8A54B0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538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D6BBF-BF00-4CBC-AA8B-C383FE42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683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EDC9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071BF4-E63C-47D5-8EEF-2FF4579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113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4232B"/>
                </a:solidFill>
                <a:latin typeface="Aptos"/>
                <a:ea typeface="Aptos"/>
                <a:cs typeface="Aptos"/>
              </a:defRPr>
            </a:pPr>
            <a:r>
              <a:t>Bristles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1886B4-F145-46A3-8E1E-336FE0BD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lokale u/v Verschiebungen und cxq/cyq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FAFAEB-2E79-4C43-93DF-905DF329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327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8CFDC-C5F1-4CBB-969C-58BB92D2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137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55BAE-C367-4167-BAE6-74568156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282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DED5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32FB00-C9D2-4001-A88D-BC7292EA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712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Friction Limit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79D0E0-8BE3-4171-AED7-7F03135C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617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Stick oder Sliding je Zelle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6D7EA-1405-4903-8239-0FD731A2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19621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76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E0354B-C194-41F2-A970-667296C7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7360" y="1828800"/>
            <a:ext cx="19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&gt;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30B9AA-223B-4F6D-97E2-0E83384A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1543050"/>
            <a:ext cx="195834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5E0EC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E0F288-F9DC-434C-925D-6F8AA2C0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110" y="1657350"/>
            <a:ext cx="172974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6E5A8B"/>
                </a:solidFill>
                <a:latin typeface="Aptos"/>
                <a:ea typeface="Aptos"/>
                <a:cs typeface="Aptos"/>
              </a:defRPr>
            </a:pPr>
            <a:r>
              <a:t>Sum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3CDAF-EE44-448B-A829-784CF4BF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2160" y="1943100"/>
            <a:ext cx="169164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Fx, Fy, Mz plus stick/slip Anteile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D0E9DA-C693-4809-B43B-30B4F184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F0B78F-99C6-42A1-9D64-623FD9C0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5A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257CE8-9C42-4D9B-8B0A-6BED6454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Was man daraus lernt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F701CD4-5FC5-422C-AE8E-905381DA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diskretisiert den Kontaktpatch, nicht die ganze Struktur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FB-artige Reibung ist kein FB-Solver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7D18F0-9535-4BB8-80F6-32759D69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485775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641B56-67E6-4A92-A5FE-D533B7CE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48000"/>
            <a:ext cx="6667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6053B6-3878-4934-9163-42EAF6F8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81350"/>
            <a:ext cx="451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E7D58"/>
                </a:solidFill>
                <a:latin typeface="Aptos"/>
                <a:ea typeface="Aptos"/>
                <a:cs typeface="Aptos"/>
              </a:defRPr>
            </a:pPr>
            <a:r>
              <a:t>Expertensicht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1350B8-40E8-46F5-B1E6-3BA2FB75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148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Gridaufloesung, Druckmodell und Reibgesetz praegen Kennlinien</a:t>
            </a:r>
          </a:p>
          <a:p xmlns:a="http://schemas.openxmlformats.org/drawingml/2006/main">
            <a:pPr algn="l">
              <a:defRPr sz="1215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- h/b/dA Debugwerte plotten</a:t>
            </a:r>
          </a:p>
        </p:txBody>
      </p:sp>
    </p:spTree>
    <p:extLst>
      <p:ext uri="{BB962C8B-B14F-4D97-AF65-F5344CB8AC3E}">
        <p14:creationId xmlns:p14="http://schemas.microsoft.com/office/powerpoint/2010/main" val="8943983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F0AE57-AE3E-42D9-9D89-0F58970D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DB4BE-0E15-401E-898D-F52295F9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45A3D"/>
                </a:solidFill>
                <a:latin typeface="Aptos"/>
                <a:ea typeface="Aptos"/>
                <a:cs typeface="Aptos"/>
              </a:defRPr>
            </a:pPr>
            <a:r>
              <a:t>Nach dem Modell-Deck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EC079-74D9-4D80-A32B-9E8D61E9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09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Expert Decision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B5DBE7-188F-4288-AC72-E5B49321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0A432-DEAC-407D-844A-254DC095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45734-1360-40D5-9532-9F969CD7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752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Zusammenfassung Deck 2.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BFA0FB-D567-4373-BA65-A6550809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438900"/>
            <a:ext cx="3219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D767A"/>
                </a:solidFill>
                <a:latin typeface="Aptos"/>
                <a:ea typeface="Aptos"/>
                <a:cs typeface="Aptos"/>
              </a:defRPr>
            </a:pPr>
            <a:r>
              <a:t>rf2-tyre / RMOD-K teardown / 2026-05-25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50CF0-0668-4F8C-933F-19EC8BDD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108585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40F0D-BDBC-43ED-9E2A-92100EF7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3EF44-4E25-4514-BB34-F0739B54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Fragestellung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D24F0-2958-4C63-AFDB-18DAC4F6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12236-0AA2-4956-A2A0-82DE117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Baustein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C013C-F997-4313-82F5-83F26C19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3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358902-F289-4479-84A3-A18DD86A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62100"/>
            <a:ext cx="3467100" cy="4354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Merksatz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2A491-D3EC-4990-9212-A3E5F93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C09B59-4E21-4601-BAFD-F11BC881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stationaere Kennlinie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DD546-D862-4E77-A0A7-6F77EF87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846364-10CE-481B-90C4-54EAB5D0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F33A1-6BC5-4994-899B-04C20390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16579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2DBDF-E5F8-46DD-BA78-3E5A6453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83254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einfach, schnell, transparent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52708-1E4A-455E-82AA-2253345E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825E7-1AAE-4670-811A-6088165F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rF2 Runtime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2A0DBC-306E-458D-804E-4657BE93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6CAA8B-C99C-40C9-807A-BC946630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TGM/tTool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9EB1F-D9DE-425F-B8F9-D0FF149B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47257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52D083-928F-46F7-9744-B48851D7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3932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LookupV2/PatchV1 sind autoritativ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ADED1-D3C2-4670-96D4-D4837D78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F4C83E-477A-40AF-B621-72979F03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ride/cleat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5A49A-3D8A-4ABB-8A28-19E29DA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D474C2-C877-4A63-855F-685A392E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RB/FB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D3CA5-0A05-4358-9BEA-4896D381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7936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6D9EFB-3C2B-46D8-A5C8-7A93EE5E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44611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Strukturkontakt zaehlt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07A0A8-36A7-46E1-B511-F7376223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4FFBA4-2548-40CA-98C5-41C78AC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3D footprint/stress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91B5AF-B7E8-467B-819C-B2521CC4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555E8A-A797-488F-96DE-0E57C6CC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FB + FlexView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0A069FB-615B-4182-864B-9B1814B1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08614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F4D975-E1BA-4FC5-8E92-6E613322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75289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Postprocessing ist Pflicht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6AC54F-69A5-437C-87CF-40C96776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ED184E-5F9D-43B4-91FF-10E16C39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misuse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08297B-AE67-4BB2-B822-DF7DAC41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B313BF-640E-4CE4-8C3A-CD04EAB3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FB Misuse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655501-88F4-4BA7-9FFC-695401BE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39293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A22542-1192-480F-B0AD-CAEEA4FB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05968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Kontaktgeometrie und Strukturgrenzen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79A284-1F70-4B25-9FAA-F020D807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B1B9AA-2C77-4930-A272-B048BF6F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l">
              <a:defRPr sz="1065" b="1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interner Aufbau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F4C5022-57B3-4B1C-B2D4-03F63F7F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17068D2-9080-45E6-B376-3ACDBFD0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Formula + TDX zuerst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D55E88-5268-4953-93B1-59320798E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9971"/>
            <a:ext cx="3619500" cy="53067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CDD5D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AED1BE-AC81-42F7-A3DF-F418DE2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36646"/>
            <a:ext cx="3467100" cy="425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982" b="0">
                <a:solidFill>
                  <a:srgbClr val="263943"/>
                </a:solidFill>
                <a:latin typeface="Aptos"/>
                <a:ea typeface="Aptos"/>
                <a:cs typeface="Aptos"/>
              </a:defRPr>
            </a:pPr>
            <a:r>
              <a:t>beste Lernkurve pro Aufwand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507E035-CE90-4331-81E2-EEBFC308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1005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76200" tIns="38100" rIns="76200" bIns="3810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232B"/>
                </a:solidFill>
                <a:latin typeface="Georgia"/>
                <a:ea typeface="Georgia"/>
                <a:cs typeface="Georgia"/>
              </a:defRPr>
            </a:pPr>
            <a:r>
              <a:t>RMOD-K Experte sein heisst: das einfachste Modell waehlen, das den Versuch noch physikalisch erklaert.</a:t>
            </a:r>
          </a:p>
        </p:txBody>
      </p:sp>
    </p:spTree>
    <p:extLst>
      <p:ext uri="{BB962C8B-B14F-4D97-AF65-F5344CB8AC3E}">
        <p14:creationId xmlns:p14="http://schemas.microsoft.com/office/powerpoint/2010/main" val="1754040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2026-05-25T13:07:58.9920000Z</dcterms:created>
  <dcterms:modified xsi:type="dcterms:W3CDTF">2026-05-25T13:07:58.9920000Z</dcterms:modified>
</coreProperties>
</file>