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c48c0028e7468d" /><Relationship Type="http://schemas.openxmlformats.org/officeDocument/2006/relationships/extended-properties" Target="/docProps/app.xml" Id="R4c27173cdb3e419d" /><Relationship Type="http://schemas.openxmlformats.org/officeDocument/2006/relationships/officeDocument" Target="/ppt/presentation.xml" Id="Rcf4b694489bd4d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883efefa4c48ff"/>
  </p:sldMasterIdLst>
  <p:notesMasterIdLst>
    <p:notesMasterId xmlns:r="http://schemas.openxmlformats.org/officeDocument/2006/relationships" r:id="R805626bbcb574d54"/>
  </p:notesMasterIdLst>
  <p:sldIdLst>
    <p:sldId xmlns:r="http://schemas.openxmlformats.org/officeDocument/2006/relationships" id="256" r:id="Rae5159cbc48b4ac5"/>
    <p:sldId xmlns:r="http://schemas.openxmlformats.org/officeDocument/2006/relationships" id="257" r:id="R1719a9946fae40b6"/>
    <p:sldId xmlns:r="http://schemas.openxmlformats.org/officeDocument/2006/relationships" id="258" r:id="R1e464b9235454799"/>
    <p:sldId xmlns:r="http://schemas.openxmlformats.org/officeDocument/2006/relationships" id="259" r:id="Rcf9a218237064b28"/>
    <p:sldId xmlns:r="http://schemas.openxmlformats.org/officeDocument/2006/relationships" id="260" r:id="Rdd553d65b75e41af"/>
    <p:sldId xmlns:r="http://schemas.openxmlformats.org/officeDocument/2006/relationships" id="261" r:id="R993db0a28abd4b57"/>
    <p:sldId xmlns:r="http://schemas.openxmlformats.org/officeDocument/2006/relationships" id="262" r:id="R69dea056ed4340b1"/>
    <p:sldId xmlns:r="http://schemas.openxmlformats.org/officeDocument/2006/relationships" id="263" r:id="Rc917786ba7b54c7d"/>
    <p:sldId xmlns:r="http://schemas.openxmlformats.org/officeDocument/2006/relationships" id="264" r:id="R59a1fd5856b14140"/>
    <p:sldId xmlns:r="http://schemas.openxmlformats.org/officeDocument/2006/relationships" id="265" r:id="R2ffbeb2a30b44f98"/>
    <p:sldId xmlns:r="http://schemas.openxmlformats.org/officeDocument/2006/relationships" id="266" r:id="R701c1bce246e49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83efefa4c48ff" /><Relationship Type="http://schemas.openxmlformats.org/officeDocument/2006/relationships/theme" Target="/ppt/theme/theme1.xml" Id="R9c61faab91bf420f" /><Relationship Type="http://schemas.openxmlformats.org/officeDocument/2006/relationships/notesMaster" Target="/ppt/notesMasters/notesMaster1.xml" Id="R805626bbcb574d54" /><Relationship Type="http://schemas.openxmlformats.org/officeDocument/2006/relationships/presProps" Target="/ppt/presProps.xml" Id="R2429e4d93bff4d9a" /><Relationship Type="http://schemas.openxmlformats.org/officeDocument/2006/relationships/viewProps" Target="/ppt/viewProps.xml" Id="Rf73e97833ddd4eb2" /><Relationship Type="http://schemas.openxmlformats.org/officeDocument/2006/relationships/tableStyles" Target="/ppt/tableStyles.xml" Id="Re288e46291bf42b7" /><Relationship Type="http://schemas.openxmlformats.org/officeDocument/2006/relationships/slide" Target="/ppt/slides/slide1.xml" Id="Rae5159cbc48b4ac5" /><Relationship Type="http://schemas.openxmlformats.org/officeDocument/2006/relationships/slide" Target="/ppt/slides/slide2.xml" Id="R1719a9946fae40b6" /><Relationship Type="http://schemas.openxmlformats.org/officeDocument/2006/relationships/slide" Target="/ppt/slides/slide3.xml" Id="R1e464b9235454799" /><Relationship Type="http://schemas.openxmlformats.org/officeDocument/2006/relationships/slide" Target="/ppt/slides/slide4.xml" Id="Rcf9a218237064b28" /><Relationship Type="http://schemas.openxmlformats.org/officeDocument/2006/relationships/slide" Target="/ppt/slides/slide5.xml" Id="Rdd553d65b75e41af" /><Relationship Type="http://schemas.openxmlformats.org/officeDocument/2006/relationships/slide" Target="/ppt/slides/slide6.xml" Id="R993db0a28abd4b57" /><Relationship Type="http://schemas.openxmlformats.org/officeDocument/2006/relationships/slide" Target="/ppt/slides/slide7.xml" Id="R69dea056ed4340b1" /><Relationship Type="http://schemas.openxmlformats.org/officeDocument/2006/relationships/slide" Target="/ppt/slides/slide8.xml" Id="Rc917786ba7b54c7d" /><Relationship Type="http://schemas.openxmlformats.org/officeDocument/2006/relationships/slide" Target="/ppt/slides/slide9.xml" Id="R59a1fd5856b14140" /><Relationship Type="http://schemas.openxmlformats.org/officeDocument/2006/relationships/slide" Target="/ppt/slides/slide10.xml" Id="R2ffbeb2a30b44f98" /><Relationship Type="http://schemas.openxmlformats.org/officeDocument/2006/relationships/slide" Target="/ppt/slides/slide11.xml" Id="R701c1bce246e49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67a2cddae01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697e4915c74746" /><Relationship Type="http://schemas.openxmlformats.org/officeDocument/2006/relationships/notesMaster" Target="/ppt/notesMasters/notesMaster1.xml" Id="R5de194b27751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878b23cc049a1" /><Relationship Type="http://schemas.openxmlformats.org/officeDocument/2006/relationships/notesMaster" Target="/ppt/notesMasters/notesMaster1.xml" Id="Re155a095ac1f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3fad95753e4418" /><Relationship Type="http://schemas.openxmlformats.org/officeDocument/2006/relationships/notesMaster" Target="/ppt/notesMasters/notesMaster1.xml" Id="R0d82c53c8f0a4b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e0390bb41643d3" /><Relationship Type="http://schemas.openxmlformats.org/officeDocument/2006/relationships/notesMaster" Target="/ppt/notesMasters/notesMaster1.xml" Id="R3b6d81a6885144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89c2987fc94529" /><Relationship Type="http://schemas.openxmlformats.org/officeDocument/2006/relationships/notesMaster" Target="/ppt/notesMasters/notesMaster1.xml" Id="R7df4ecae74aa41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849a74db64309" /><Relationship Type="http://schemas.openxmlformats.org/officeDocument/2006/relationships/notesMaster" Target="/ppt/notesMasters/notesMaster1.xml" Id="R8bd458f4a60345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3fcf2bde864b38" /><Relationship Type="http://schemas.openxmlformats.org/officeDocument/2006/relationships/notesMaster" Target="/ppt/notesMasters/notesMaster1.xml" Id="R738b508c4988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36cb06f0fe4cdd" /><Relationship Type="http://schemas.openxmlformats.org/officeDocument/2006/relationships/notesMaster" Target="/ppt/notesMasters/notesMaster1.xml" Id="R2b4bde5e31c34c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51d8f059c64cae" /><Relationship Type="http://schemas.openxmlformats.org/officeDocument/2006/relationships/notesMaster" Target="/ppt/notesMasters/notesMaster1.xml" Id="R6ff950b3a71245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4dae3cce0c412e" /><Relationship Type="http://schemas.openxmlformats.org/officeDocument/2006/relationships/notesMaster" Target="/ppt/notesMasters/notesMaster1.xml" Id="R76b75a869f294f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5eaf83598544e0" /><Relationship Type="http://schemas.openxmlformats.org/officeDocument/2006/relationships/notesMaster" Target="/ppt/notesMasters/notesMaster1.xml" Id="R0bfbc108c6f64d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5df2b55fb48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2c67195c684fd7" /><Relationship Type="http://schemas.openxmlformats.org/officeDocument/2006/relationships/slideLayout" Target="/ppt/slideLayouts/slideLayout2.xml" Id="R99d47fcbc96e4c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d47fcbc96e4c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2ce3df6c514073" /><Relationship Type="http://schemas.openxmlformats.org/officeDocument/2006/relationships/notesSlide" Target="/ppt/notesSlides/notesSlide1.xml" Id="R6e0645cfff0c49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22d35de4c41b2" /><Relationship Type="http://schemas.openxmlformats.org/officeDocument/2006/relationships/notesSlide" Target="/ppt/notesSlides/notesSlide2.xml" Id="R7de0e13ee7e4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1ffa9623549c1" /><Relationship Type="http://schemas.openxmlformats.org/officeDocument/2006/relationships/notesSlide" Target="/ppt/notesSlides/notesSlide3.xml" Id="R0448a1c8addc45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ccd4a8977540fc" /><Relationship Type="http://schemas.openxmlformats.org/officeDocument/2006/relationships/notesSlide" Target="/ppt/notesSlides/notesSlide4.xml" Id="Rd5edc616020640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2a5492fe084a68" /><Relationship Type="http://schemas.openxmlformats.org/officeDocument/2006/relationships/notesSlide" Target="/ppt/notesSlides/notesSlide5.xml" Id="Ra97252f4827c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46879219d4d4b" /><Relationship Type="http://schemas.openxmlformats.org/officeDocument/2006/relationships/notesSlide" Target="/ppt/notesSlides/notesSlide6.xml" Id="Re246afa25aa744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c55feae9549fa" /><Relationship Type="http://schemas.openxmlformats.org/officeDocument/2006/relationships/notesSlide" Target="/ppt/notesSlides/notesSlide7.xml" Id="R984c652ab03045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3e66a10a4e4ef5" /><Relationship Type="http://schemas.openxmlformats.org/officeDocument/2006/relationships/notesSlide" Target="/ppt/notesSlides/notesSlide8.xml" Id="R2c6664281b6140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62ed326d248b0" /><Relationship Type="http://schemas.openxmlformats.org/officeDocument/2006/relationships/notesSlide" Target="/ppt/notesSlides/notesSlide9.xml" Id="R7ebf4b55b4a34c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7eadfc01a547d4" /><Relationship Type="http://schemas.openxmlformats.org/officeDocument/2006/relationships/notesSlide" Target="/ppt/notesSlides/notesSlide10.xml" Id="R435d391c76df4b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3430671724a6f" /><Relationship Type="http://schemas.openxmlformats.org/officeDocument/2006/relationships/notesSlide" Target="/ppt/notesSlides/notesSlide11.xml" Id="R033ffc5164e944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C628F-4F75-4762-8B6F-B63CE4BF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DD9EB-42B5-4C09-B4C4-0B45D028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83934-37ED-44A8-83D5-E5EB029C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EDC9"/>
                </a:solidFill>
                <a:latin typeface="Aptos"/>
                <a:ea typeface="Aptos"/>
                <a:cs typeface="Aptos"/>
              </a:defRPr>
            </a:pPr>
            <a:r>
              <a:t>Deck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9B16C-5C67-42CA-8024-C10910C4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RMOD-K Formula Code Teardown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AA970-729E-4440-9FFC-E9614933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8F1"/>
                </a:solidFill>
                <a:latin typeface="Aptos"/>
                <a:ea typeface="Aptos"/>
                <a:cs typeface="Aptos"/>
              </a:defRPr>
            </a:pPr>
            <a:r>
              <a:t>Analyse der heruntergeladenen VS2017/VS2013 Formula-Zips, Quellmodule, Funktionen und API-Pfade.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28828-7727-4491-BAE0-4D179AA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95350"/>
            <a:ext cx="6972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EBE1E-3DA6-481A-A34B-CB008287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23950"/>
            <a:ext cx="6362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Das Public-Formula-Paket ist ein kompletter C++ Mehrinterface-Baukasten fuer stationaere Reifenkennlinien. Es ist wertvoll, aber kein RB/FB/FlexView Ersatz.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286F6-7ECF-4579-B4F7-0F5DFE5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8E3A5-574F-462C-A44F-A7B5F0B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325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C4701-E1B8-412D-9F84-CDA440B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Dateien im VS2017 Archiv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D44FF-0522-4CE6-8EC8-756776B2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BF381-CA08-4ADC-BFDE-EE418652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18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255D4-6669-464E-9B3F-F02E8C0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C++ Quellen / Header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42968-D008-44C7-B06E-7A12F83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C779-D96E-44BE-83BB-80386CF1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EF330-2AD9-45A1-A0EF-94B188D0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Interfaces: GUI, Standalone, MATLAB, Simulink, Scilab, Optimizer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63244-298F-4A3B-B133-8524D278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973ED-44EE-4BB0-ADEA-8CEA155C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84A2D-D519-4279-B76B-130701C2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Modelle: Continuous und Discrete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10312-0317-4834-956C-96AD85D3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67B6D-E55A-4427-80D8-1B6F6504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lokale rf2-tyre Doku, RMOD-K Crawl, Formula VS2017/VS2013 Archive.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C6E4C-C0AB-4D17-87ED-40AA76E7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</p:spTree>
    <p:extLst>
      <p:ext uri="{BB962C8B-B14F-4D97-AF65-F5344CB8AC3E}">
        <p14:creationId xmlns:p14="http://schemas.microsoft.com/office/powerpoint/2010/main" val="13234396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0FE55-6AD4-4E08-AC4D-27C6EB18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49AA1-1286-4C73-9A1E-0A737CEA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Heruntergeladene Zips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93EB8-D2E2-4F32-9DCB-6FB53A09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Archiv-Anatomie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A543C-AD47-423C-86E4-231C0A79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ACDFF-D931-4E63-9815-8A7480A9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18D4-958D-4CE0-AC60-39DB59C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Formula-C++VS2017 Archiv und formula_source_inventory.json.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37AAD-17A8-492D-8A33-825E5D7F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CBEB2-44D5-4088-9845-18E4AF6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1EC32-C412-4BC2-9318-EE56A2A4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601A0-29A3-426F-853A-6C0C7F6E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Ordner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7A350-12BB-4CB3-8E83-719A7F25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DCEC2-C6AA-4C96-B5B0-F75A8655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Inhalt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B866-C9B9-435A-9E22-0A30F79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86F35-5E45-4202-B0AF-73D2BCA7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Rolle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DF978-CBE9-4228-BDB7-62234935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0244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83154-EAC1-47A1-9C91-B488A6C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6919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BuildAll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AED40-62CB-4F31-9AD9-F8833D5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0244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F072E-AAD3-4F56-94B4-34C3BE4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16919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Batch-Dateien und Build-Helfer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1F173-4838-4474-A228-880BD3C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0244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270F2-D2E4-44AA-BAEA-7BF5E24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6919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Windows/Visual Studio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B056E-D99E-4D2F-9825-A03E4013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4588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D3916-5AF5-4A8F-A96A-06F88F8E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1263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Formula-GUI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DD323-1A80-45DF-BE65-CA3CCEEE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4588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8B706-563F-44A9-B963-7626D2C4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81263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WinForms/OpenGL GUI, Projektdateien, Beispielplots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63142-A325-492F-8BA3-16CF28A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4588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76E87-1FE7-4244-8EAA-665A340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81263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interaktive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4FA47-F84C-43EE-9883-A7EE500E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8931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27B03-13D3-4CE6-8599-C34F2CC6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5606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MATLAB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E31AB-2F9A-4FF0-8620-404CDBAB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8931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5577E-EAAA-4A06-958F-F27C30B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5606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MEX Wrapper und MATLAB Beispiele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4543A-B463-4624-8C18-0AE0D339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8931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31CEB-5A77-4D13-AF80-2D10BDD9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45606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MATLAB Einbindung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CD96BA-3C27-4A25-AE7A-FDB119E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DF6964-BEAA-480C-BD4C-D5017D0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SIMULINK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09207-1008-4FE7-8CE5-42B5549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3275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A56540-AFF4-426A-8A6F-D38033F0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09950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S-Function Wrapper und Modelle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4960D2-E3C3-4CE9-A15E-2B5485C2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43275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01EB56-6F17-485C-BA50-B23AD681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09950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Simulink Integration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AB14E9-6DAD-4DEB-851E-45B63727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7619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60A324-DFCD-4918-A480-1D6AE263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4294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SCILAB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714369-A5EB-470B-AEAA-94B925E7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7619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DCCCEF-3806-4B25-8DD5-4C9D5170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74294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Scilab DLL Wrapper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51A038-5C0F-4EF4-9E55-10ACABFD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7619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FA2B7F-F6E6-4DDE-A232-F31609D1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4294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Scilab Integration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52C0EC-44B2-4768-B5F9-BCEC923F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1963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D699BB-3F66-4653-B3C4-EE3E4C76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8638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source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699DBD-5031-4FFB-8114-7F5E2D83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71963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F0A2C3-531A-4AFC-84FC-43D57AAB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38638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Continuous, Discrete, Run, Opti, MF5.2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F9F263-B70D-4691-B366-FFED8AF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71963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309E4E-4D53-4348-8E9F-AE752EDB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38638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Kernlogik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005FB6-9FCE-4184-A186-014E06F9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6306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BCA5BE-CBFE-4B8F-BE15-65F4CE83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2981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STANDALONE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567324-1CBD-44C6-BB10-7C56FEF2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36306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BA7926-F3A7-4B40-9166-8BC9E981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2981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CLI/Standalone Build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157CEB-C0CE-466D-B0B6-AC10E99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6306"/>
            <a:ext cx="3619500" cy="464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A0E39B-429E-4260-B5BE-4583985F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2981"/>
            <a:ext cx="3467100" cy="359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Batch/Automatisierung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BC68C7-0146-4009-A796-212505F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Dateitypen VS2017: .dat 129, .cpp 18, .h 16, .m 9.</a:t>
            </a:r>
          </a:p>
        </p:txBody>
      </p:sp>
    </p:spTree>
    <p:extLst>
      <p:ext uri="{BB962C8B-B14F-4D97-AF65-F5344CB8AC3E}">
        <p14:creationId xmlns:p14="http://schemas.microsoft.com/office/powerpoint/2010/main" val="14043570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A33987-4A44-4DAF-B7A2-81889C85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38C9A-0F07-4EC9-B98A-EA962045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Was der Code nach aussen anbietet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E06E1-ED0B-4BEE-8F84-68106140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Interface- und Modulkarte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869BF-C8C8-4D3C-8826-B2FCC57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4333B-4BF8-452B-9AF7-DEDEA86F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ED6B4-B062-4BF7-A5EB-CB84FF7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source/*.cpp/*.h Inventory.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81EF4-F1E1-42F0-8692-96E938C9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1A99E-869C-4A36-B175-DA5D59B4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0D570-CD94-4F8C-AEA6-37105D85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Parameter .dat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34214-0D66-4A51-BDE5-02C50C8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[RMFpar1..8], [RMFmodel]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00EB3-1F3D-465D-9152-B2809463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D3EA8-5C3C-466D-92A4-1878E979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8D354-A6C0-4CBF-8F86-AB23BC7C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3DE22-5519-48CD-88E7-560C18BA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Run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DF012-1B0D-4EB7-82DF-76F3D603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ReadFile, Evaluate, GetSize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81EE8-416C-44F1-819D-D3C8427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CA426-A492-4331-BB02-13A88D51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3D68A-CBB7-4599-B84C-250ED7E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16752-92CE-4110-BEA7-04EAEE39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Model 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92845-8B13-4D37-9861-0977A752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Continuous oder Discrete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32DC8-DD59-4BE4-A562-68C1C25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82BE4-87D9-45C3-BBB3-2F8B24F5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AB73C-A089-4EB5-9FDD-12BB7EED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980B9-588F-4C80-BE9A-46FFFD2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Wrappers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5211C-68E5-44C9-96F0-6A0FBA1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GUI, MATLAB, Simulink, Scilab, Standalone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8851F-9ED9-4CE4-9F54-29535A39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5F073-187A-46FE-9DB5-EC3C82D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CAFB7-0D8C-4403-9787-EE879BDB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467460-374A-4EA4-AB0A-543B0B56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075E3E-21BF-4255-BB97-42FE9F28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Fx, Fy, Mz, Stick/Slip, Patch Debug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77D3FA-9986-48A2-8CBF-AA884015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DB2438-9B04-478B-8F87-B032F06B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42642-7E41-4F46-A56C-C8F280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Kernklassen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42EA8-8EE0-4DF4-A413-B41A04D2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CContinusFormula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CDiscreteFormula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CRMOD_K_Formula_Run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CRMOD_K_Formula_Opti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CMF5p2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F97385-2C5A-432F-A577-61C01F9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76650-4212-4F51-A29D-106BC262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CA38A2-24A9-4DCF-9BCC-43FE80E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Wrapper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351B8D-7177-4FCC-8FF7-2C201552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MATLAB MEX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Simulink S-Function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Scilab DLL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WinForms/OpenGL GUI</a:t>
            </a:r>
          </a:p>
        </p:txBody>
      </p:sp>
    </p:spTree>
    <p:extLst>
      <p:ext uri="{BB962C8B-B14F-4D97-AF65-F5344CB8AC3E}">
        <p14:creationId xmlns:p14="http://schemas.microsoft.com/office/powerpoint/2010/main" val="10134853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A0D03C-B59E-4978-9B37-7EAAA5CB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6E2D7-D04A-474B-9903-A05F3B5A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CRMOD_K_Formula_Run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78C61-3633-4C22-B2F0-CDD21454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Run API: Dateilesen, Modellwahl,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AA8C2-F138-491D-B88E-8FEF151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935DF-1C25-4F7B-81D0-95A96397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C519B-F5B9-4680-95F0-B8289D27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RMOD_K_Formula_Run.cpp/.h.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06B90-BCC7-48A2-A9D1-BF297713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2ECAF-1E5E-440D-8761-DEE0D50A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6A8EC-FCFC-4903-B93E-7AF7E81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ReadFile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634AA-EAFE-4FA6-8D93-CAB16551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Parametergruppen und Modellkennung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C167F-C390-43AB-A711-519EF1F5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4B9C4-8F66-4333-849B-ED84813C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2DF68-47BF-4F1E-86A5-7FC45BE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E9463-8A0B-4856-BF24-C38E905C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model=1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8B094-E6F7-4DDB-BCF9-F70FB063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CContinusFormula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A707A-6769-4084-A5CA-56CFCF9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B020E-5E3C-402B-BEE8-44FDDF1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258A9-9908-4B4C-854D-E4F301C7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71183-DB0C-460D-9F12-88D34FB0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model=2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50675-87FE-4FE8-92CF-5FA1F7AE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CDiscreteFormula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E10C1-63B4-4446-99E8-C91D946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94C84-CA01-47B0-BB38-CF99817E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BCBC7-1D36-432E-86EF-3CBCDD5E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B316A-3FA6-47C4-A495-726B5639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Evaluate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BFAE8-4600-45F2-B051-DCF096EF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X -&gt; Y Dispatch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BEC37-58E2-43E9-83DB-83A0C5C0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8E504-DD39-4375-ABE5-5C7A6C64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6E2C9-FABD-4107-B95B-8E1D169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A3EDC-6DE3-4BAB-B653-3F182D63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GetSize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56013-ED4F-4491-9592-5B85AB77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h/b/dA und Area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327B0-E083-4106-A7E2-09D97A4F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Input: sx, sy, st, Fz, VT. Output: Fx, Fy, Mz; diskret zusaetzlich Stick/Slip-Komponenten.</a:t>
            </a:r>
          </a:p>
        </p:txBody>
      </p:sp>
    </p:spTree>
    <p:extLst>
      <p:ext uri="{BB962C8B-B14F-4D97-AF65-F5344CB8AC3E}">
        <p14:creationId xmlns:p14="http://schemas.microsoft.com/office/powerpoint/2010/main" val="15570962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55129-58EF-4DAE-93C4-23FFE22F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85F5C-50C1-4A87-91E5-C0BB7258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Kontinuierliches Modell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6B3AA-5513-45DC-B518-88E49204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ContinuousFormula: Algorithmus im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FA239-0CC8-45B7-B4BF-1B5741C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6CD07-F65A-4FB4-810F-2FD8F27E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C380F-6025-4ADF-BBE7-2DB3B9F7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ContinusFormula.cpp::ContinusFormula_Evaluate.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DC58C-6B71-4541-8863-EE6B5A63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4734F-C672-4ADE-97AA-CBAED461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5C84E-2BB8-4429-9940-FA3104F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D358F-2035-47F4-9DA5-1BD1748A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Schritt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67860-D07C-4EBA-94E2-A634C973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32005-6C60-40EF-80B0-87512BCB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Codeblock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F78DF-73EA-4C4D-89E2-03362259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25ADA-B133-435E-9CFB-380D87F7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Bedeutung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B39E0-3A52-42AD-869E-9CE6C33B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04389-A5EB-47C2-B1E9-5FE837B8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BFF4C-ED33-4C84-94EA-891A29D2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A39A8-DE36-467C-915A-20A1666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Inputs lesen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A32FF-7F84-4E28-A0EF-F0F6906C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51A86-D197-4F06-AA77-9D52A1FE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sx, sy, Fz, VT; Fz=0 -&gt; Y=0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D837B-2191-4684-AC05-9BDFB038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07913-4981-4BAF-8D0C-8AE05219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64F7B-C2A8-480F-B806-AEE8D86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FC3575-F4A5-49B3-9605-7ABD4855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Offsets/Skalierung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C5185-F431-4FF2-8925-366D93C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453C2-5701-4448-BD63-E142FAA1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sx/sy Offsets, sy in tan(alpha), cx/cy nach Fz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23164A-78A3-42DF-8E9C-C3F6984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CCD32-D92B-43AD-AEB6-63DAB0CC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67BC2-A942-47F0-8B0C-2D4D63E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B036F0-A8A8-4E39-90F3-A0965950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Friction branch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E3C1A-65F1-488F-8D86-FE8A87CC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A71E16-5354-411D-AE1A-755633D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Vorzeichen von sx/sy waehlt mue1/c-mue Parameter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24526-B73A-4581-9816-F0A31F2E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1A9351-2C55-4A65-9AA1-4F79AE4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7110B-E3C0-436C-A3AE-9B475AD1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1E0292-E514-4935-B58B-F5A38693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Speed effect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DBEA05-7406-435D-BBF3-935F644A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5C0C7E-1B73-41A0-A353-2042F073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exp(-abs(VT*resslip)/cmueFz) skaliert mue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A4F1F8-72D1-4CCD-9D30-56C172C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518376-6AE5-4551-BC8D-0563B9E5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3ACE54-63FF-4F4F-A31A-E1CAD7B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5BEEF-19EB-4479-9E93-27842781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Contact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8519B5-0891-4FBC-B09D-B45E3C65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E4CDDC-46DF-4312-834A-D1717DE3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h, b, sigma und kappa aus R, cR, pin, slip stiffness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E1967B-0B6E-45C5-B9D7-5833DF5B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09689E-0F4C-42EE-AD47-47FDB36D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F6CB08-D899-4D28-A2DD-3819D037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7E7FC1-D3ED-46A4-8672-15EC214C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Output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BFA8C2-DF51-4DD0-95AC-6D82379E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60511A-B2FC-41EB-AA50-0AA95369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Fx/Fy/Mz via geschlossener Stick/Slip-Ausdruck und MzScale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912391-747A-4E2B-BD95-C65BFF06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Technische Lesart: ein schneller stationaerer Kontaktintegrator.</a:t>
            </a:r>
          </a:p>
        </p:txBody>
      </p:sp>
    </p:spTree>
    <p:extLst>
      <p:ext uri="{BB962C8B-B14F-4D97-AF65-F5344CB8AC3E}">
        <p14:creationId xmlns:p14="http://schemas.microsoft.com/office/powerpoint/2010/main" val="9611112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DC511-3595-4BE0-B8D2-BFD46C1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E4E4F-0196-4562-857C-A7F3303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Diskretes Modell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C9AF-4CCC-4D2D-B07A-33CFE1D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DiscreteFormula: Kontaktpatch als Rechengitter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44B1D-BB18-4258-9FCC-4A37D737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C37C1-ACE7-4AF6-8B44-58A94209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4EDBB-B621-477B-9D7A-91ECD1D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DiscreteFormula.cpp::DiscreteFormula_Evaluate/Compute.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745A0-6070-4084-AECF-C5A2F14C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99AEF-3B9F-4E44-9F5D-8998955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FFCF-2676-4C37-BC33-9B56E51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Area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947AF-4DEC-4C99-8BB7-6FE3E2BD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h/b ueber analytisch oder Extended LR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DD342-F9EA-4D6A-93EC-7C6FF6CA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C5EE1-0D99-4F3D-BC11-070E374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A2E43-46D1-45C4-A9BB-1976514C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8C996-1C70-4A27-ACF1-82875356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Cell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D4E2D-01BF-4BDC-92C3-21FD679D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i/j Raster, dxf/dyf/dA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F31DE-6F55-4425-8CD5-87A8E91B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7F713-6F78-4176-AAEA-6B5AF8CE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0FA0C-FEE2-4ADC-9C8F-694ECD6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34DEC-EBC7-40F2-B8A5-A99D770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F1FD6-04BE-48F4-B0FF-D751C81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fnij je Zelle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DC8DE-DB34-42A1-BD71-828BE21E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997D2-C015-4200-BCA2-6460C403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2518F-CCBB-4516-809D-B3E3319A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FBFD8-8BF2-4BC9-875C-663D78B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Bristle Force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A083B-58F4-43FB-B51E-F8E81443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fx=cxq*u, fy=cyq*v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A96B73-49F7-4DDC-B224-93819278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DD2DD-BDB0-4756-B738-B669846F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C53BB-8EA8-4E11-9D95-866DD8CC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55FB5-0933-492D-9796-892B75E1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Friction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FBB5CF-F933-4A64-8E22-80371E49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Stick oder Sliding Limit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A21D61-569B-460B-984C-079DA62E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843B32-2276-4D60-B0CA-B47B9113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2B834-60F5-4389-84C9-C53C631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Besondere Details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AC76C-55A1-4F4E-AA95-7CFA116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Fz &lt; 1e-5 setzt Outputs null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Versionen steuern Lastskalierung und Area Lookup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draw3d/dataexchange schreibt Patchdiagnostik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DCC6CC-CDB2-4565-B074-F9CE9810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FAE175-234D-437F-A938-9CD01289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52B786-FAD9-4506-8429-0E55A412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Outputs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AAA07-6338-4FC0-A949-D75FBAFE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Y[0] Fx, Y[1] Fy, Y[2] Mz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Y[3/4] fx stick/slip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Y[5/6] fy stick/slip</a:t>
            </a:r>
          </a:p>
        </p:txBody>
      </p:sp>
    </p:spTree>
    <p:extLst>
      <p:ext uri="{BB962C8B-B14F-4D97-AF65-F5344CB8AC3E}">
        <p14:creationId xmlns:p14="http://schemas.microsoft.com/office/powerpoint/2010/main" val="1243181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B721C-FF36-4C25-9B81-D33FEDBF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50453-DC4D-437C-AA03-2A4BC30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Warum das diskrete Modell empfindlich 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58BA9-46A0-4236-8C32-2EC98AC7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Contact Area, Druck und Loaded Radius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C0BD0-C2CB-46AD-A622-AF1D0967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7B102-9B96-4275-9AE8-4AF55BA2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C2636-5FD3-41F5-B13E-4AB44C4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DiscreteFormula_Area*, Pressure, GetFz.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CBA43-1F56-4772-8E3C-1B8FD116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E4DEB-FFD5-420B-947E-2BAA210A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6EDBE-F71A-4C6F-93D8-88E0EB3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71582-7004-4B20-B3CC-8D67029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Baustein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E8849-3259-435B-9358-B041D0A5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4E8CD-1C71-4BAE-AD31-62379F1D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Code-Idee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A14BB-764D-45A0-ADCB-576FAC65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71FEB-8C6A-4087-B047-9E8F9643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Rolle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6F195-E74E-401D-A9B8-1DF4CC0C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92CFB-0ADC-4DDF-95B1-900DD02E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Area_Lookup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1FA78-C878-4945-980B-B9EB4FB9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0502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8C1F4-4D86-44E8-8230-19FADA2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klassische Kontaktlaenge/-breite aus Parametern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4768E-2276-4845-89E6-94B4A4C5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0502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F940B-DA8A-4CD5-BFA6-216A403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Standard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FE6D0-5A62-47D6-A1C6-759597A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46293-1F7F-4682-A1DE-990EF509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Area_Lookup_Ex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5E1DF-40ED-4197-ADDF-231320A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0C2FD-E3BC-4489-B48B-637D3225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90825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Fz, Fy, VT, Camber und loaded radius gekoppelt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0C633-2111-4A7B-944A-A5CC95E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05D12-3A1F-418E-A5DA-597DAAE8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90825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Version &gt;= 204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167D2-C0F7-4BC7-BF8A-AA796D6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81AA3-211E-4B71-8E40-9B9FDFC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Pressure 1-3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23EE07-D8DC-414B-AC02-25F0E5D1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327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DA6ED-F257-4F5E-B381-9E996CF9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0995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polynomiale Druckverteilungen ueber xi/h und yj/b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87581-8E64-472C-93CD-5CB3336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4327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A481E9-237E-4303-A3FA-724DDC6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0995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analytisch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A2EC2A-E9E1-4FB8-B4FB-3019F361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1E93BC-AA2D-41C2-9830-6616BAB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Pressure 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325618-DBD3-46FC-B95F-16CFCCB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624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90E74-3460-4651-AADD-61727C5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29075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GetFz mit power-shapes, gamma correction, Fzmag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2746CD-0C9E-4544-A365-2DFC73D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302243-8414-4BEC-A9CF-FEF3E264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29075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erweitert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A6E69B-8169-4971-B890-22344EC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2C62C4-1546-4F0E-94DF-952A6A1A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loaded_radius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86413B-FC96-4A2D-9CBB-A620951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8152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1001A4-DCE9-4BA8-833E-BE1494A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4820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Speed-, Deflection-, Camber-Terme bestimmen LR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04DF3-8DC5-48CB-9324-379CA27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8152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CD38DB-DD06-4D7C-8065-6EC9039A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3467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Kontaktgeometrie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1EE5CF-E8AD-4B7D-B4FD-5184E8A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Kennlinienunterschiede koennen aus Kontaktgeometrie und Druckmodell kommen, nicht nur aus Reibwerten.</a:t>
            </a:r>
          </a:p>
        </p:txBody>
      </p:sp>
    </p:spTree>
    <p:extLst>
      <p:ext uri="{BB962C8B-B14F-4D97-AF65-F5344CB8AC3E}">
        <p14:creationId xmlns:p14="http://schemas.microsoft.com/office/powerpoint/2010/main" val="12331446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7AA4D-82A6-4725-8DDC-3AA83447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75160-AC21-4610-B786-4B0195CF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Classic vs FB-style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B4B56-937A-4082-B443-30D9C8C3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Reibmodelle im Formula-Code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8CC0E-1C0D-4505-B15D-C901EF9F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E6789-583B-4D1C-96CE-D328F145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B6579-BF2E-4E62-84BE-A6D596AB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DiscreteFormula_Friction und DiscreteFormula_Friction_FB.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D53A7-A91E-4031-A93D-8C4256F7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24498-2D8C-41DB-9E51-82718FF3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5238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C600D-839A-41E6-8018-D7D48579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5920F-E18A-4634-B5A1-3D8108CC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DiscreteFormula_Friction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C2193-0ECD-4AA2-99AE-B9A29E4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8958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lokale Gleitgeschwindigkeit vtij und Tangentialkraft ftij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mue0/mue1/cmue nach Last und Richtung skaliert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Sliding-Fall projiziert auf Reiblimit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68FE4-21EE-4001-A9CC-6AC957A3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38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FA011-14E9-4020-8701-B0E50BEA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5057E-B98F-437A-AE87-4D264DB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DiscreteFormula_Friction_FB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F5C17-29A6-4621-88DB-D30F802B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8958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piecewise-linear friction table ueber vslide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lokale Druck-/Stressabhaengigkeit value2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globale Lastskalierung ueber Fz/Fzbar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A36DF-3431-4220-A63E-2910BEF3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Suffix FB meint hier eine Reibmodellvariante, nicht den RMOD-K Flexible-Belt-Solver.</a:t>
            </a:r>
          </a:p>
        </p:txBody>
      </p:sp>
    </p:spTree>
    <p:extLst>
      <p:ext uri="{BB962C8B-B14F-4D97-AF65-F5344CB8AC3E}">
        <p14:creationId xmlns:p14="http://schemas.microsoft.com/office/powerpoint/2010/main" val="18900605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D7A91-87B0-4ABF-8160-8196E910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DB411-CBCC-409F-B02D-0229E0F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CRMOD_K_Formula_Opti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0B9BC-CDC2-4432-8238-6189D5EF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Optimizer: Designvariablen gegen Zielmessungen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BAAB1-9904-4B56-9C16-096623CF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27DA4-2062-4ED4-A8A6-3DF8B640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48324-67FC-4392-9FB7-F5570A40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RMOD_K_Formula_Opti.cpp/.h.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71F58-BCA6-4C03-8D97-8506607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661D4-EB74-4A09-983A-5F5405C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1326-D908-4D8F-AD6C-03745464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DesignStart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F6800-78C6-47C3-96ED-4726EE4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Startwerte und bounds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7D1D6-4698-4928-BD63-499D898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8F8F9-5D35-4E98-AC03-C92F4CB0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DE11E-EE0E-4EF9-9FB2-27B94490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39537-5945-451D-8BAC-4DE828A8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DesignTarget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3EFEB-F4AC-4695-98AC-2DD29F55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Zieldateien und Richtung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C5A6C-0ABB-4385-8420-65F697E8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9B5B7-F431-4F46-AA83-801CD08A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C4BA2-62AA-4744-BC08-BE28D0AC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E813A-189F-4554-AC14-12475C92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02612-5551-4154-8487-4D4BC951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Parameter setzen, Formula laufen lassen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C07F8-62D1-46E1-B99B-A986E1A4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92BB2-59C4-48DB-BBD3-4F1FA60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5818A-5B1C-42EC-A89A-59713DA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ED843-2526-4E9A-8361-4BD91985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Objective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63A0D-4B17-46DD-BEBB-3B007E5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normierte Fehler fuer Fx/Fy/Mz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2EE90-C4A8-4E1C-A80A-744216B0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36A4D-6E06-4226-AE32-1AD2E81E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AAF948-8D46-4B91-B0E9-75323FF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95A44D-4871-407C-A8BA-E27B758C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370EB-799E-40E0-B496-DDE3DF5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simulierte Daten schreiben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ECD03-570F-41F3-8FA6-4FA2CF6B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4B993-872D-4F87-A096-34BFA61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DD5E64-3F95-4CE2-BAD8-17D7EE15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Was funktioniert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E75CBD-FBE0-401D-B7AD-1ED11F2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Targetdaten je Datei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TargetDirectionPerFile fuer Fx/Fy/Mz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Designvariablen in Modellparameter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AADA32-394A-4F22-8CF2-087CF1DB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D6EA66-E22C-44DC-A90B-298F9834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61C01-6166-46B9-A67F-BCEFA808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Was wir modernisieren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24373B-D879-4BD6-98F3-EC82FF93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robuste Parser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Einheitentests je Parametergruppe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CSV/TDX Import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Plot-Reports je Optimierung</a:t>
            </a:r>
          </a:p>
        </p:txBody>
      </p:sp>
    </p:spTree>
    <p:extLst>
      <p:ext uri="{BB962C8B-B14F-4D97-AF65-F5344CB8AC3E}">
        <p14:creationId xmlns:p14="http://schemas.microsoft.com/office/powerpoint/2010/main" val="15204548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C98D9-CA8D-4A3C-A8A3-337560E1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13DE8-74F0-4E73-A44C-2E565A43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Wie wir es nutzbar machen koennen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C0B4A-AF7F-47FC-81A3-E91A458D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Wrapper und Integrationspfade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2725A-14C1-4F1F-AEA2-B3122158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FF3E3-6840-4920-A808-2EA1B89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CBCD5-3670-4AA9-9903-7E816F6D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Formula-GUI, MATLAB, SIMULINK, SCILAB, STANDALONE Ordner.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A1647-B7BA-42A4-8DA5-AF6EE5EB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BD8D2-34B6-4410-8C77-BE3DE5D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6AD86-455A-45A4-92EE-0BED8DCD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39255-49FA-48E1-9418-4EF74DB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Pfad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67300-381A-4A6D-A9E0-8E8B78D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35943-A91E-40E7-93C8-0878FB6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Nutzen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D570D-6C07-47F5-8AC9-3A3FAB0C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82D1E-92D6-4542-A2D5-15E9F7F8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Empfehlung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5869B-6B3C-4884-A04A-8316D69B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B7301-0EB2-452A-93B6-15EFF78F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Standalone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F5D96-E590-4764-8567-CD63286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366B9-700C-424A-92A3-F82BCF03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schnellster Smoke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76E10-29FD-4E31-97E9-1764E95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CBA59-D5E0-490C-A35C-9E0458DC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CMake/VS Build modernisieren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2F7B6-56AE-4ED6-BBED-C5C50996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910FA-F0AE-405A-AD1E-4A9AC124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MATLAB MEX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0B0E6-D0C7-4B1B-96DE-BF824BB0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27478-5CCA-4D59-A1DF-8696420E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passt zur vorhandenen MATLAB Toolchain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112888-FE5F-4AE7-8551-AABE3E41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2757C-F450-45B7-ADA6-1781096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Compiler/ABI klaeren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1D5CF-1EA9-4FC0-B6E3-C1A14272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26329F-E3F9-4975-8A62-AC2DAA2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Simulink S-Function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5D9F7-7D0A-45C4-B322-8BCC3EF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33B8F7-A5CA-49CE-8517-D4DB3E4A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MBS/Control Prototypen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1457AB-D9E5-4989-A3BA-40FF670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353A4-439C-4C99-B4A3-8C889A41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erst nach Core-Tests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EEB45-B5D4-458E-9FB8-5BF53A0E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BB8E67-5F67-4EBC-9F5D-3A0B7058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Scilab DLL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755CDF-BE06-47B9-AC51-3739581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3864E-EC81-44DE-9509-329A36B5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historisch nuetzlich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837AC-5DC4-407C-A963-F18DC90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18563A-6C32-484D-B609-1C9CE27C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niedrige Prioritaet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F6CED7-AF8C-491C-9D27-D29D471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678122-FE45-4B61-9913-730AD31F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GUI/OpenGL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1EFAB3-5345-4A3A-8426-E72E16E6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B1661D-FD9B-4500-8A11-05D34E1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Demo/Debug fuer Formula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379C4E-FFAF-4DD3-9FA6-58F82232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713BE5-5466-4FCE-B4FA-91A1841D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nicht als Produktbasis uebernehmen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FC92DD-DFB6-407F-844D-0658340B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D8B7AF-D43E-4A50-A725-6D17020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Python ctypes/pybind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6DFFC1-6A15-42B1-AC37-3F5639DB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B271F6-2DA7-4F84-9B67-093887F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passt zu rf2-tyre Analyse/DB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33440C-43C8-4D61-94D4-79F73874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A717B3-ABFD-4D62-9E01-43A0C489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neuer Wrapper wahrscheinlich sauberer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AF100B-6E3F-4EAB-93C7-A788B95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Erst Core als reproduzierbare CLI/Library stabilisieren, dann MATLAB/Python Wrapper.</a:t>
            </a:r>
          </a:p>
        </p:txBody>
      </p:sp>
    </p:spTree>
    <p:extLst>
      <p:ext uri="{BB962C8B-B14F-4D97-AF65-F5344CB8AC3E}">
        <p14:creationId xmlns:p14="http://schemas.microsoft.com/office/powerpoint/2010/main" val="17229549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3BEFA0-988F-4687-9D1F-1F1C56BC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8ACD8-83B8-41C6-A030-3D8AE92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Codeuebernahme mit Kontrolle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0807D-F48D-4601-A653-036D5DF4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Reuse Checklist und naechste Schritte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2A9C5-0C51-4EE3-BD35-0986F82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E542D-5E62-4D7D-958C-A0FCB70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C9754-4620-4203-8D4F-DA64F753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Zusammenfassung Formula-Codeanalyse.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6B342-5453-45E0-8FDF-3D22465E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6F7E2-3FBA-4DB2-B654-54C88A2D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4D045-B92D-4262-9702-08316B7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60577-6B51-44D1-92F8-018B2CB8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Vor 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487C0-0B84-4BF5-9085-566F6C41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Lizenz/Redistribution schriftlich klaeren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Referenzoutputs aus Originalbuild erzeugen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Einheiten und Vorzeichen dokumentieren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0D58C-BBAD-4D5B-B290-1BF1D9D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F5ED5-37E5-434D-B1E4-680246B9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07B50-B19F-492A-8DEC-F3BAC762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Beim 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01FA8-3E45-4B44-8D8C-5F39FE97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Parser isolieren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Continuous und Discrete getrennt testen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h/b/dA/Friction Debugwerte exportieren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EF8FE-D4FF-473F-9F59-DED4C39C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E4681-17C4-4B6B-9935-DF67DB60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86925-5AB1-4C9A-892B-517E1F60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Nach 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65F5F-A057-41B4-A3A2-0045AB4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Vergleichsplots fuer Fx/Fy/Mz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Parameterfit gegen Messdaten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Integration in SQLite/Reports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9BA88-8907-465A-9CFA-95217A8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Ziel ist ein auditierbares Rechenmodell mit reproduzierbaren Kennlinien.</a:t>
            </a:r>
          </a:p>
        </p:txBody>
      </p:sp>
    </p:spTree>
    <p:extLst>
      <p:ext uri="{BB962C8B-B14F-4D97-AF65-F5344CB8AC3E}">
        <p14:creationId xmlns:p14="http://schemas.microsoft.com/office/powerpoint/2010/main" val="918078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2026-05-25T13:08:00.1770000Z</dcterms:created>
  <dcterms:modified xsi:type="dcterms:W3CDTF">2026-05-25T13:08:00.1770000Z</dcterms:modified>
</coreProperties>
</file>