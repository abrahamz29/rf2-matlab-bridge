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b3d7015184738" /><Relationship Type="http://schemas.openxmlformats.org/officeDocument/2006/relationships/extended-properties" Target="/docProps/app.xml" Id="R8c54801650084ec3" /><Relationship Type="http://schemas.openxmlformats.org/officeDocument/2006/relationships/officeDocument" Target="/ppt/presentation.xml" Id="R3c5a01863ddd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84c4c0462c4349"/>
  </p:sldMasterIdLst>
  <p:notesMasterIdLst>
    <p:notesMasterId xmlns:r="http://schemas.openxmlformats.org/officeDocument/2006/relationships" r:id="R38edffa6281d4d7f"/>
  </p:notesMasterIdLst>
  <p:sldIdLst>
    <p:sldId xmlns:r="http://schemas.openxmlformats.org/officeDocument/2006/relationships" id="256" r:id="R7c1c2c03ae8147d8"/>
    <p:sldId xmlns:r="http://schemas.openxmlformats.org/officeDocument/2006/relationships" id="257" r:id="R1b25c4216f204c1b"/>
    <p:sldId xmlns:r="http://schemas.openxmlformats.org/officeDocument/2006/relationships" id="258" r:id="R2e53afb370a64436"/>
    <p:sldId xmlns:r="http://schemas.openxmlformats.org/officeDocument/2006/relationships" id="259" r:id="Ra8a1811359704ee1"/>
    <p:sldId xmlns:r="http://schemas.openxmlformats.org/officeDocument/2006/relationships" id="260" r:id="R249b34b14efd4ac5"/>
    <p:sldId xmlns:r="http://schemas.openxmlformats.org/officeDocument/2006/relationships" id="261" r:id="Rae093adcbc044032"/>
    <p:sldId xmlns:r="http://schemas.openxmlformats.org/officeDocument/2006/relationships" id="262" r:id="R79a4f724bde84c40"/>
    <p:sldId xmlns:r="http://schemas.openxmlformats.org/officeDocument/2006/relationships" id="263" r:id="R2886eb735b5e4025"/>
    <p:sldId xmlns:r="http://schemas.openxmlformats.org/officeDocument/2006/relationships" id="264" r:id="R371b5762e988474c"/>
    <p:sldId xmlns:r="http://schemas.openxmlformats.org/officeDocument/2006/relationships" id="265" r:id="R74c686cd97cc419b"/>
    <p:sldId xmlns:r="http://schemas.openxmlformats.org/officeDocument/2006/relationships" id="266" r:id="Rc75fa05a7beb435a"/>
    <p:sldId xmlns:r="http://schemas.openxmlformats.org/officeDocument/2006/relationships" id="267" r:id="R9ee554b6bdd94d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4c4c0462c4349" /><Relationship Type="http://schemas.openxmlformats.org/officeDocument/2006/relationships/theme" Target="/ppt/theme/theme1.xml" Id="Ra7f2819795b441be" /><Relationship Type="http://schemas.openxmlformats.org/officeDocument/2006/relationships/notesMaster" Target="/ppt/notesMasters/notesMaster1.xml" Id="R38edffa6281d4d7f" /><Relationship Type="http://schemas.openxmlformats.org/officeDocument/2006/relationships/presProps" Target="/ppt/presProps.xml" Id="R40a6d22936ee4f83" /><Relationship Type="http://schemas.openxmlformats.org/officeDocument/2006/relationships/viewProps" Target="/ppt/viewProps.xml" Id="R486bfc1e428f406a" /><Relationship Type="http://schemas.openxmlformats.org/officeDocument/2006/relationships/tableStyles" Target="/ppt/tableStyles.xml" Id="R2babed57d7ac4db2" /><Relationship Type="http://schemas.openxmlformats.org/officeDocument/2006/relationships/slide" Target="/ppt/slides/slide1.xml" Id="R7c1c2c03ae8147d8" /><Relationship Type="http://schemas.openxmlformats.org/officeDocument/2006/relationships/slide" Target="/ppt/slides/slide2.xml" Id="R1b25c4216f204c1b" /><Relationship Type="http://schemas.openxmlformats.org/officeDocument/2006/relationships/slide" Target="/ppt/slides/slide3.xml" Id="R2e53afb370a64436" /><Relationship Type="http://schemas.openxmlformats.org/officeDocument/2006/relationships/slide" Target="/ppt/slides/slide4.xml" Id="Ra8a1811359704ee1" /><Relationship Type="http://schemas.openxmlformats.org/officeDocument/2006/relationships/slide" Target="/ppt/slides/slide5.xml" Id="R249b34b14efd4ac5" /><Relationship Type="http://schemas.openxmlformats.org/officeDocument/2006/relationships/slide" Target="/ppt/slides/slide6.xml" Id="Rae093adcbc044032" /><Relationship Type="http://schemas.openxmlformats.org/officeDocument/2006/relationships/slide" Target="/ppt/slides/slide7.xml" Id="R79a4f724bde84c40" /><Relationship Type="http://schemas.openxmlformats.org/officeDocument/2006/relationships/slide" Target="/ppt/slides/slide8.xml" Id="R2886eb735b5e4025" /><Relationship Type="http://schemas.openxmlformats.org/officeDocument/2006/relationships/slide" Target="/ppt/slides/slide9.xml" Id="R371b5762e988474c" /><Relationship Type="http://schemas.openxmlformats.org/officeDocument/2006/relationships/slide" Target="/ppt/slides/slide10.xml" Id="R74c686cd97cc419b" /><Relationship Type="http://schemas.openxmlformats.org/officeDocument/2006/relationships/slide" Target="/ppt/slides/slide11.xml" Id="Rc75fa05a7beb435a" /><Relationship Type="http://schemas.openxmlformats.org/officeDocument/2006/relationships/slide" Target="/ppt/slides/slide12.xml" Id="R9ee554b6bdd9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a50a9ad872644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42cfba5ad4284" /><Relationship Type="http://schemas.openxmlformats.org/officeDocument/2006/relationships/notesMaster" Target="/ppt/notesMasters/notesMaster1.xml" Id="R08abed784f9a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c876d1c344d5c" /><Relationship Type="http://schemas.openxmlformats.org/officeDocument/2006/relationships/notesMaster" Target="/ppt/notesMasters/notesMaster1.xml" Id="R7135d6244233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5c4ec382ef4fda" /><Relationship Type="http://schemas.openxmlformats.org/officeDocument/2006/relationships/notesMaster" Target="/ppt/notesMasters/notesMaster1.xml" Id="Ra3c03f00f821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a166cfb913441d" /><Relationship Type="http://schemas.openxmlformats.org/officeDocument/2006/relationships/notesMaster" Target="/ppt/notesMasters/notesMaster1.xml" Id="Rfe9e81e1265640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5d855bfa743da" /><Relationship Type="http://schemas.openxmlformats.org/officeDocument/2006/relationships/notesMaster" Target="/ppt/notesMasters/notesMaster1.xml" Id="R62d06deb8fe44d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95c60c9a7d4c5e" /><Relationship Type="http://schemas.openxmlformats.org/officeDocument/2006/relationships/notesMaster" Target="/ppt/notesMasters/notesMaster1.xml" Id="R9df97ffa097f4d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687031936546f0" /><Relationship Type="http://schemas.openxmlformats.org/officeDocument/2006/relationships/notesMaster" Target="/ppt/notesMasters/notesMaster1.xml" Id="R5a55c9f385a645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5b5553ccec4db3" /><Relationship Type="http://schemas.openxmlformats.org/officeDocument/2006/relationships/notesMaster" Target="/ppt/notesMasters/notesMaster1.xml" Id="R6b17f252307942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f45550488b4f56" /><Relationship Type="http://schemas.openxmlformats.org/officeDocument/2006/relationships/notesMaster" Target="/ppt/notesMasters/notesMaster1.xml" Id="R31e79169030845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19d226603c4cad" /><Relationship Type="http://schemas.openxmlformats.org/officeDocument/2006/relationships/notesMaster" Target="/ppt/notesMasters/notesMaster1.xml" Id="Rb2cd0421aacf4c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9bedd4cadc4213" /><Relationship Type="http://schemas.openxmlformats.org/officeDocument/2006/relationships/notesMaster" Target="/ppt/notesMasters/notesMaster1.xml" Id="R704c1e93096b41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056e6354424638" /><Relationship Type="http://schemas.openxmlformats.org/officeDocument/2006/relationships/notesMaster" Target="/ppt/notesMasters/notesMaster1.xml" Id="Rf539d588df82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bc4a2e14d4f1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a9c5a26ff340d8" /><Relationship Type="http://schemas.openxmlformats.org/officeDocument/2006/relationships/slideLayout" Target="/ppt/slideLayouts/slideLayout2.xml" Id="R0f18d636112448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8d636112448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fc78b9caa44252" /><Relationship Type="http://schemas.openxmlformats.org/officeDocument/2006/relationships/notesSlide" Target="/ppt/notesSlides/notesSlide1.xml" Id="R6e351739f6df46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c47b5440f4b28" /><Relationship Type="http://schemas.openxmlformats.org/officeDocument/2006/relationships/notesSlide" Target="/ppt/notesSlides/notesSlide2.xml" Id="Rcc5fde3f678c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0cdcf6cff487d" /><Relationship Type="http://schemas.openxmlformats.org/officeDocument/2006/relationships/notesSlide" Target="/ppt/notesSlides/notesSlide3.xml" Id="R2e6de9eff9d249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97f5e6330d4cd0" /><Relationship Type="http://schemas.openxmlformats.org/officeDocument/2006/relationships/notesSlide" Target="/ppt/notesSlides/notesSlide4.xml" Id="R95226d398400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8f057cf7c464d" /><Relationship Type="http://schemas.openxmlformats.org/officeDocument/2006/relationships/notesSlide" Target="/ppt/notesSlides/notesSlide5.xml" Id="R94f67f55c99345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948659191846af" /><Relationship Type="http://schemas.openxmlformats.org/officeDocument/2006/relationships/notesSlide" Target="/ppt/notesSlides/notesSlide6.xml" Id="R11a2192250554c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af43b958df4590" /><Relationship Type="http://schemas.openxmlformats.org/officeDocument/2006/relationships/notesSlide" Target="/ppt/notesSlides/notesSlide7.xml" Id="R4d3944d3522c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349283a877469e" /><Relationship Type="http://schemas.openxmlformats.org/officeDocument/2006/relationships/notesSlide" Target="/ppt/notesSlides/notesSlide8.xml" Id="Rbbc1b82de7f745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6968cdb8647a4" /><Relationship Type="http://schemas.openxmlformats.org/officeDocument/2006/relationships/notesSlide" Target="/ppt/notesSlides/notesSlide9.xml" Id="Ra9741cb5c68042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befeaf16fa4627" /><Relationship Type="http://schemas.openxmlformats.org/officeDocument/2006/relationships/notesSlide" Target="/ppt/notesSlides/notesSlide10.xml" Id="Re08210d6d4494a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1a0b1609774047" /><Relationship Type="http://schemas.openxmlformats.org/officeDocument/2006/relationships/notesSlide" Target="/ppt/notesSlides/notesSlide11.xml" Id="Rda9f4aebee3140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4ed6770e34cc7" /><Relationship Type="http://schemas.openxmlformats.org/officeDocument/2006/relationships/notesSlide" Target="/ppt/notesSlides/notesSlide12.xml" Id="R7e67c9d804e846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F42C9-859A-44CD-9260-0F3AAE1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B76B0-C84E-4822-8DB3-209B253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AF585-F716-462A-8561-490D7FA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EDC9"/>
                </a:solidFill>
                <a:latin typeface="Aptos"/>
                <a:ea typeface="Aptos"/>
                <a:cs typeface="Aptos"/>
              </a:defRPr>
            </a:pPr>
            <a:r>
              <a:t>Deck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92D45-3C49-4684-86C8-8990972D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RMOD-K Toolchain Gap Analyse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5393B-1541-4266-AFDC-0CA10E3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8F1"/>
                </a:solidFill>
                <a:latin typeface="Aptos"/>
                <a:ea typeface="Aptos"/>
                <a:cs typeface="Aptos"/>
              </a:defRPr>
            </a:pPr>
            <a:r>
              <a:t>Was unsere rf2-tyre Tools abdecken, was RMOD-K anbietet und was fuer echte Paritaet fehlt.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F94F2-4557-4BF4-AA36-2A40D3F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95350"/>
            <a:ext cx="6972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509F7-D32C-4C18-93FD-04C7478B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23950"/>
            <a:ext cx="6362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Unser Stack ist stark bei rF2 TGM/TBC, ODS-Port, Validierung und Telemetrie. RMOD-K Paritaet fehlt vor allem bei RB/FB Solver, 3D Postprocessing und TDX/FlexView.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A54DC-3C91-467D-8178-975D6AE6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E18F-0FEE-4830-A28F-2D8D676A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80,882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F9099-A8C2-4A7D-8CA1-4DB15230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ODS/Formelzellen im MATLAB-Port erkannt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57508-036E-4C71-A40D-230E006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01530-54D9-42D6-A145-E707D808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0 /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0A650-30CE-451C-9BD6-453D84A8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rekursive Formel-Hard-Errors / Fallback-Kanten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74CF9-3BD0-4F28-A970-D5FFE00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DA494-3289-4432-8A7A-C8585934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21 Seiten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87089-C4C1-43E7-84CF-3E02DD5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oeffentliche RMOD-K Domain lokal gespiegelt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3743C-4BD0-41C0-8C79-2AEA48A8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8C0FA-1D9D-4254-B766-656E8A4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1 Paket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1BB95-5F6C-4A52-B35F-BBDE2CF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public source: RMOD-K Formula C++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C05A5-A91E-404A-8393-36E9A9A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7EA69-A7D2-4243-9D09-26B7A9D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lokale rf2-tyre Doku, RMOD-K Crawl, Formula VS2017/VS2013 Archive.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3695B-3FA7-40DF-AEB8-27BF708C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</p:spTree>
    <p:extLst>
      <p:ext uri="{BB962C8B-B14F-4D97-AF65-F5344CB8AC3E}">
        <p14:creationId xmlns:p14="http://schemas.microsoft.com/office/powerpoint/2010/main" val="9403276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63BA3-164D-4CB9-80A9-E40FC45A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CC1C-E39E-4B0F-B0E6-68D4C08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Bestandsaufnahme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7F838-9389-4613-B200-F151F43E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Unsere Toollandschaft in rf2-tyre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E01E6-16AF-4C9B-AF9E-7EF8A0C7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046CD-F04F-4C27-86C0-2DDA1A13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0BE92-B967-4F2D-8782-9BE30327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Quellen: tyres/README.md, bridge/*/README.md, tracks/blacklake/README.md.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7E313-A03F-42E8-B13C-10C9788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85C9B-BABA-4B2A-B376-0915D6FD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BEF17-9BE3-4F42-A895-4FD7B85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383A9-33B3-4B9B-B54C-82D37C7D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TGM, TBC, ODS, Materialien, Szenarien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7A660-F9F2-4ADD-8582-648EBE55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4547F-1C8E-4529-ADF7-F0DFDA3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96684-3B21-4857-A287-8E5FBAC0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2F2B6-C238-424F-A35C-97E45A2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Generator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A3E14-BF13-41C8-846A-0B38C7D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MATLAB uihtml App plus Formelgraph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6F939-20E1-4D0A-9BB0-1F1E29A6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77A4C-BCA5-4A93-BEBB-DF3980F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58F71-C036-4809-BC40-DAC235B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F1CAC-B7EA-4CB6-97A4-DF39C16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Validierung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0F22F-F561-4118-B559-74DD07F8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Textgleichheit, Smoke Tests, Plot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FD9E4-C67E-4F9B-BECD-4EE362B8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B786B-91D7-472D-A944-8C8B8A0F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F8F44-BCBA-4886-8464-F3429F15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508F3-4DF7-42D2-A7C9-217B90AD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DAA5C-2D40-4F74-BD33-48CCC270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Bridge, Live Telemetrie, Automation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59766-EBB3-48A9-93E6-3A46D7C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4C99C-791E-4DF0-88B7-165EB85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9F12B-76E3-450E-9A7C-D796AA10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80D32-517F-4429-B2D3-08D4BD0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3BE2F-C50B-4F29-B92D-75487EA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TGM/TBC, Lookup-Exporte, SVG/CSV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D682C3-AACC-4910-86F5-92DE1D10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E5365-B437-48E6-9EA5-0D14B987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AB040-55CD-46B1-8267-07AAEF76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Staerken heute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CB6F0-C18F-4CCD-8FDF-04ADED08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rF2-nahe Datenfluesse sind durchgaengig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ODS Generator ist nachvollziehbar und testbar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Telemetrie und Track-Tools passen zum Fahrversuch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92F56-817A-48C3-90A2-3FFAE29A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88DF25-FE9C-4E7D-BDF2-91049E8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821213-8E75-42D6-B1ED-89D234B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Grenzen heute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16BC0C-3DF0-43C3-BED2-5F0EE93A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kein RMOD-K RB/FB Solver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keine echte 3D FE-Struktur oder Modalbasis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kein FlexView-/TDX-Resultbrowser</a:t>
            </a:r>
          </a:p>
        </p:txBody>
      </p:sp>
    </p:spTree>
    <p:extLst>
      <p:ext uri="{BB962C8B-B14F-4D97-AF65-F5344CB8AC3E}">
        <p14:creationId xmlns:p14="http://schemas.microsoft.com/office/powerpoint/2010/main" val="14703416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13CD1-97BC-4412-8DC4-25EEF6B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DF528-E7E8-45F5-AC33-9D4F1EF8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Vorhandenes Kernwerkzeug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37C1C-DB54-443E-AC18-00F724C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TGM Generator App: rF2-Produktionskette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C7B0F-C3B3-465E-88B2-67BBEA96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451FB-4A7C-4307-9148-8E824CDC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19A39-C2FE-42B2-A8D2-CEB52FAA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docs/tyre/tgm_generator_port.md und TGM Generator README.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B5374-DA4E-49F8-9CFC-4E27A122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37C8-9C8D-47EC-AECC-1B6B4C42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31D7C-67FB-4F2A-9D82-335B640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5EB23-C87C-4B7D-A26E-A89E780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28,254 nicht-formel Zellen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5DF13-663E-4EFA-AEEE-AFE09F8A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0DF46-0443-4BAD-853A-F20CC8E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D8719-4D7A-4865-9166-FE385315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DAB7E-0BBD-48BC-984E-2438C12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Formelgraph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5EBBD-D983-4159-9376-4501E5F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80,882 erkannte/evaluierbare Formeln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7E7D7-1E9D-4BF6-88B0-E7126A2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1DD95-E3CB-488B-99A2-0D0C1CC3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CF6BD-B992-491F-8A43-5E3B620F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C6469-438C-4E31-ADCE-3B7BBD4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TGM/TBC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FCEA8-F4AA-40E9-8516-974EC71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Generation aus Inputs, Charts, Materials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948BB-8175-4F22-8629-260B2D55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A9212-0310-4868-B870-C6499E8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11F77-F6F0-4833-A1FB-99D1B520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AB945-7C54-4CCF-8FE5-96F3483D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Acceptance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5330B-7B22-40C0-A723-8FDDEE43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Textvergleich gegen Studio-397 Referenz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CC04A-E85F-4939-8294-DC65F98B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DD2C7-DFA6-442A-846C-BE831A9D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EFC83A-14EE-4BAE-824C-82C6E83D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8A8D5B-A072-4259-B683-E71436A7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pTool/tTool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2E929-F82B-46FD-810F-3D76DA4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LookupV2/PatchV1 bleiben extern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48DF37-E0BF-4E82-B96F-E4825F1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DC593-5451-401E-B706-4CB14E9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B0936-FFE3-4899-B8FD-E369651A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Was es kann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16E342-2424-4475-B975-F5E91110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portiert Studio 397 TGM Gen V0.33 nach MATLAB/uihtml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liest ODS-Inputs und Materialbibliothek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erzeugt TGM/TBC und Verhaltenplots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E1978-E77D-458A-8F9A-938F454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98EE8-ADDE-408E-90DB-9E5F39FD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7D0734-0EA9-4852-B5C4-CFC7664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Was es bewusst nicht kann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D85471-FB3F-4A76-8CC7-146238C7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berechnet kein LookupV2/PatchV1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rFactor 2 DevMode +tTool bleibt autoritativ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ist kein RMOD-K Solver</a:t>
            </a:r>
          </a:p>
        </p:txBody>
      </p:sp>
    </p:spTree>
    <p:extLst>
      <p:ext uri="{BB962C8B-B14F-4D97-AF65-F5344CB8AC3E}">
        <p14:creationId xmlns:p14="http://schemas.microsoft.com/office/powerpoint/2010/main" val="417750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8B250-4D73-454E-8828-7C8C7DFE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E086A-0CFF-4A18-8583-D96A16F6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Warum die Generatorbasis belastbar 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E3E3-7B80-4458-BE32-196699AA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Formel- und Acceptance-Harness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482E-D472-49BC-8CDF-D57E199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759FB-300C-43ED-B126-7ED1094E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F621E-DAA6-4E55-B6C6-5452FDD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docs/tyre/tgm_generator_port.md.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473CF-3699-4A9F-BBF7-DE816D91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47EAA-304E-4B0B-ACEE-51B3E6E1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438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9B2FF-5F80-4A23-A846-4DA5B268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80,882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267F2-BED6-4ED2-B9FB-4BF0F725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Formeln erkannt und evaluierbar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52437-FE53-4201-9604-604916C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85900"/>
            <a:ext cx="2438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0AF3A-114B-4DE9-ABD9-BA2580FC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4,842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310DA-510D-4FD1-B4AC-344CC8C7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Display-Level Abweichungen vs gespeicherte ODS-Anzeige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34CE1-B620-4135-AF8F-A3F390F6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2438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43801-3884-4AE4-8D7E-FFD584F5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5E534-763C-49FC-86FB-5D2D3E7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Hard Errors im rekursiven Modus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DB2ED-F8EF-480D-929B-0B9BADF6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438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0E7A3-8D8B-46AE-986F-2C3FFEA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19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C63C5-5137-48D5-96DA-F0A60A5C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812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Fallback-Kanten im rekursiven Modus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72B6A-1AC2-4F62-ABF1-BA073E99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1193F-A92F-4520-B371-3386A234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D1843-8FFA-46A6-A54C-0F416445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41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Acceptance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1C277-3CCF-4065-BC2D-87504AC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419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Referenz- und Kandidatengenerierung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TGM/TBC Vergleich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Formelreport rekursiv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Inputs Roundtrip, Charts, Material Library, UI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F87D2-71D4-43FC-851A-6ED12F2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415F4-7A70-40E3-8623-C7731239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C9A00-5D0D-4CE8-A43F-FBF6CD1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41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Engineering-Wert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E87B9-A70A-45D1-B29D-8B08915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419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Regressionen sind stark eingrenzbar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Formeln bleiben als Audit Trail sichtbar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rF2-Dateiausgabe ist nachvollziehbar</a:t>
            </a:r>
          </a:p>
        </p:txBody>
      </p:sp>
    </p:spTree>
    <p:extLst>
      <p:ext uri="{BB962C8B-B14F-4D97-AF65-F5344CB8AC3E}">
        <p14:creationId xmlns:p14="http://schemas.microsoft.com/office/powerpoint/2010/main" val="3308611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6C5B7-D1A4-4D47-9310-90EF3662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9DE1F-7BC6-45A3-B8D3-B3D70AF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Analyse- und Browse-Werkzeuge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55FDF-1739-4C67-B219-F539C84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Tyre Designer, Datenbank und Lookup-Extraktion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F8C0D-FF8C-4C65-8F35-1EF8F9D6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D60F4-F96C-41C0-8498-AF9636CA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7BB16-D18F-49A7-8C9D-393C289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docs/tyre/ttool_tyre_database.md und Tyre Designer README.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B18D6-6193-499B-A17D-F12BC08E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40BC2-CBC4-47B0-AE12-835EE363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A2AFC-9172-442D-8BCE-1A64A249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7CC69-0420-4B55-92A6-54795121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DB-Tabelle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D3CBC-DEF8-4FDB-AF60-9A6DAB6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F577F-709E-4280-A1AA-62E7057B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Zweck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BE5B8-0ED9-4395-B471-030481D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BC0B6-AFD5-4BF2-81EF-1D4F6579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F824D-65CB-405D-A156-CADF1C07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B528F-7895-47A6-8AE5-5A5E905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tyres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9D701-0D73-4218-ADEA-5C2C417D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043A5-2B27-4F94-9827-5B716ED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Tyre-Datei, Groesse, Metadaten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5F472-CB80-41FF-98B6-0F15697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8EA2A-389D-47B6-8565-690D2B1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vorhanden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B4A8C-67ED-4174-8AD0-6C432BEA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88B68-EB39-42AA-A2AD-A1B92EF2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tyre_sources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A3A98-61DD-47F9-B6C1-9BFDAD41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2D0B9-7B86-4C23-A820-1EA78F01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Herkunft, Cache, Archive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AF553-58FA-4718-8558-50A94C1E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3B47F-EDEE-4552-8956-05ECAFEE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vorhanden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5C12C6-4B9A-4626-87F3-DCDBD5EE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A05DB-27D4-4A03-BE0C-F671D5B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tyre_parameters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412E1-3960-4C1F-B288-7348C114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9B8F5-ED47-461C-A38C-F511929C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extrahierte TGM/TBC Parameter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2E9361-658E-4E4E-B209-FE4745AE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4D74A-0021-4200-BBD5-EF67BF47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vorhanden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41B10E-676B-4A46-91E0-E4668B9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D9819-01FA-4424-A307-5010D9E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archive_candidates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020CFB-910E-42C2-B1DB-E66C114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F003B1-9595-4C42-8BA4-9FBE2F2C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gefundene Pakete/Quellen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CE0604-B2E1-4ACB-9570-12481710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BC650A-B981-45F5-B605-511F4825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vorhanden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4FE80-EB1A-458C-9F3D-45B51510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062FCE-0ECB-4DC0-8B39-C983B95C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ttool_runs/samples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851285-350A-4273-9082-443BD4BA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EB78FB-18AA-407C-A6B4-3DBA825A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tTool Run- und Sampledaten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27CC0F-773E-4EE8-BFC5-F449FF42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936D8-3208-42B0-BDB6-D06AFEB0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vorbereitet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122304-E37A-4781-BAAF-C857207B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C45A30-D2BA-49EF-BCBF-B41BCDCE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behaviour_summaries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A9DF64-36B9-4D8D-BCCB-AC0AAD73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F07CF5-A098-4C7A-AB9C-F761BEEF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aggregierte Kennwerte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6D1AA2-159F-4E44-94AE-3AEE48EE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CE4D62-029E-4F61-ACC8-BFFBB972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vorbereitet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4DB642-B4F9-4030-996D-3315A28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Die Datenbank ist ein guter Anker fuer RMOD-K Measurement/TDX Mapping.</a:t>
            </a:r>
          </a:p>
        </p:txBody>
      </p:sp>
    </p:spTree>
    <p:extLst>
      <p:ext uri="{BB962C8B-B14F-4D97-AF65-F5344CB8AC3E}">
        <p14:creationId xmlns:p14="http://schemas.microsoft.com/office/powerpoint/2010/main" val="16106306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8BF245-E6BF-40D4-BBAB-61738A0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6B69C-D815-4830-8B2F-194E5E4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Werkzeuge um Reifen zu pruefen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CEE3C-738D-4AFA-9514-DBF7BACE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Fahrversuch, Telemetrie und BlackLake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7286C-8253-4BDA-AE0B-2EDB0876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D4DD8-545A-41D6-AFF1-2A4BF79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4D434-AF46-4C2E-8FED-85405A04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bridge READMEs, docs/tyre/plots_and_motec.md, tracks/blacklake/README.md.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9166D-CB08-4A1F-BF4B-3FA8C8D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1FD89-C803-4CB6-B92C-35181927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B4F4A-085C-41D5-BD4B-7037F50C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23C74-6536-4F09-A799-88E0B79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Live 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7AABF-50E2-48ED-A098-740967A2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Shared-Memory Plugin als primaerer Pfad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MATLAB/Python greifen auf Telemetrie zu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Plots fuer Inputs, G, Yaw, Reifenlast, Temperatur, Druck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67916-8DAF-4B7C-B0CA-DEA8E98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406F0-4A25-49F6-AFD7-D6074CDA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95FA4-5935-49E2-8B7C-5115F68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Automation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512C2-919F-45FA-A883-40F135B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keyboard-actuated Runner vorhanden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Mock Mode fuer Plotentwicklung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Szenarien unter scenarios/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vJoy/ViGEm als spaetere Kandidaten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AAA2E-B5F1-4F3B-B334-8A7AFFBC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D039F-A3C6-46FE-AC42-2DDD9596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C37B8-74DE-4A79-B89D-DCB57FB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BlackLake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49CAD-8918-4AD5-B6CF-9E83C3C6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kundenspezifisches Pruefgelaende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Geraden/Testsegmente 250 m bis 12,000 m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Generatoren und Export-Scaffolding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C12A5-8136-4340-940E-4E8933DD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Diese Tools validieren rF2-Verhalten, ersetzen aber keinen Struktur-/Kontakt-Solver.</a:t>
            </a:r>
          </a:p>
        </p:txBody>
      </p:sp>
    </p:spTree>
    <p:extLst>
      <p:ext uri="{BB962C8B-B14F-4D97-AF65-F5344CB8AC3E}">
        <p14:creationId xmlns:p14="http://schemas.microsoft.com/office/powerpoint/2010/main" val="16657656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7496C-4977-4437-AA44-EAB9FEE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5ACAA-33F1-4D25-A1D3-DC0FA12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Domain-Crawl und Downloads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52C04-518A-4023-8AEB-695997F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Was RMOD-K oeffentlich anbietet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AD109-BA2C-4770-AF15-5B533F7C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4451F-98FE-49F4-AF61-AAB2970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8EFC8-26BC-4DDE-AF1B-94CC3A9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references/rmod-k/site_inventory.md und heruntergeladene Archives.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86EAB-A399-4232-9679-6B087A8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92831-E93C-447F-A845-5953D7A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15003-8055-4C29-B024-7961F8A3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8B40E-9354-49A5-9A06-56D95EF6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RMOD-K Artefakt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F20E-8120-4EBD-8EAB-4571C66D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BE778-A4BC-4978-AB5A-F70F1DD1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Gefundener Inhalt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CF68D-9E52-48E4-BEFA-CE5D250C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D602F-129D-473B-A4D8-4BC019A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Downloadbar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F84EC-2DA8-4B9C-9CAC-A8EFA60A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C30EF-BCD6-4797-BC42-DDAC534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41859-920E-440F-92A4-FF8EDE9F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0ADFF-9682-4D8F-A0F4-E8C4F665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VS2013/VS2017 Source, GUI, MATLAB, Simulink, Scilab, Standalone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B9786-4FCB-4DC1-BD8C-9B28B3C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4BB53-7381-4194-83EF-DDCE9FB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ja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68C08-0CC8-42E1-80B1-A5FCCFDE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C9CD5-9564-44AA-83ED-932EEB7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Measurements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F5612-F141-47D5-BC7D-751ED0D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C8548-DBB2-4B5C-A767-4B02E0C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PDFs/XLSX Beispiel, TDX ASCII Hinweise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D9A63-C067-4B4C-B0DD-C95A8BD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CE0C1-F1A0-4785-88EF-A6C1FC23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69EAE-895C-4681-B3FE-7127C595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CC4FC-0B21-495F-8101-29D63E1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TPL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25B62-5E6E-48CB-9550-EF8946D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173406-9354-4901-A3EB-20713B7C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Tyre Parameterization Lab als Messdienst/FE-Bezug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E5B62-B172-4D05-9535-CA09157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14493-03E5-44C9-A741-C2031A7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ja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732962-507C-47F6-8400-4312434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871817-5C0E-41A7-8400-3E89E3CA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FlexView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221FCD-A776-4D65-B962-C0A5C8AC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68F939-915C-454C-83CA-8B15DB46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Tutorial/Info oeffentlich; Exe im registrierten Bereich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E8824-7643-46D3-95DC-B10613B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37F132-93B1-41CA-A4CF-DA8AC308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teilweise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F145F3-F1E0-4C31-9193-AD22AEAB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4DAFA3-A9B5-4592-8E07-09B02C55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RB / FB / Misuse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7596A9-2487-4B63-9094-C3E21BA9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1A2A73-3D47-4EE7-9060-8A91126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Modellbeschreibung, Pre/Post-Funktionen; kein Solver-Source im Crawl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5F7A25-0A01-49D5-AA50-DEFC1204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928F01-96A2-4309-B7A4-97EDCF15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nein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1B970E-934D-43FF-881B-6ADC17C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64E806-5AE2-45B8-AADB-98321420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RMOD-M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D5A861-D124-4D26-A0F0-19FC795C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27572C-4A71-4561-A913-419346B5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Beschreibung als modaler Bestandteil/Output, keine standalone Tools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874AD6-2AE2-4263-AED7-88F1E068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81B1F5-75C8-45E0-90CC-701BFA8A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nein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CDEFBF-345B-46E9-8EAA-F560A3D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Public Download liefert Formula-Quellcode; RB/FB/FlexView Solver sind nicht frei im Crawl enthalten.</a:t>
            </a:r>
          </a:p>
        </p:txBody>
      </p:sp>
    </p:spTree>
    <p:extLst>
      <p:ext uri="{BB962C8B-B14F-4D97-AF65-F5344CB8AC3E}">
        <p14:creationId xmlns:p14="http://schemas.microsoft.com/office/powerpoint/2010/main" val="1387947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5B05F7-1603-494E-8D0B-9446A123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7E8AC-6882-48C8-A4F3-A56FC73D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Abdeckungsgrad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CDF74-7224-4576-9147-3E1DC36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Gap Matrix: unsere Tools vs RMOD-K Toolchain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08152-25E7-4425-846A-9DB87F4A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263BA-4DA8-4FE0-A683-A58DC8C3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AB0F5-5EC5-4ADC-B1A6-DEC17371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Matrix aus lokaler Toolanalyse plus RMOD-K Domain-Inventory.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50746-D398-4765-8FF9-0E6F2C9E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5B7D8-7E00-484B-B8C3-6D695C5E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8E70C-B024-4EEB-8236-3F07D545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79BD5-DD45-4492-B630-F49CEB8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562225" cy="31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74A75-C24C-4527-8436-47D141F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85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1173B-B4E6-4499-AB88-529E1AB4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562100"/>
            <a:ext cx="2562225" cy="31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rf2-tyre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3A574-6730-417A-868B-9B10BB66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2B35D-807B-438A-BA47-8212447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2562225" cy="31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RMOD-K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D2ACA-D6D4-4AFA-BAAB-A535165E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85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6F65F-286A-458F-AC80-34409464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562100"/>
            <a:ext cx="2562225" cy="31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577F2-856F-4AF4-8327-95CFB73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8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BFE62-36BF-43A1-B572-6E424C2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5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TGM/TBC Generierung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079F4-3749-4CE0-8C7C-967FE4E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98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C9453-AD0E-4A7E-A6F3-2BA28508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65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hoch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80662-99A6-42E5-98D8-A2E955EF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98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D8BAC-CD06-4778-A2DA-E833F252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nicht Kernfokus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74730-9708-424A-8433-E9EB003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98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808FE-F8EB-410C-934E-ACEB545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65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rF2 Vorteil bei 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E5EA9-BA05-4169-9CD3-84EF927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1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3D6F9-2AC0-4EE7-8B18-4E152FF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8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ODS/Formel-Audit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BD16F-AD4A-4204-A773-4F971EE3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11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A2AD1-1F72-4B03-945A-CC30418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78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hoch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9CB10-788F-4F94-B4C3-9D1DFB4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11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6BC08-3D4A-42D5-A668-83CDBF81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8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 Source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1100A6-6B7B-4042-B464-8C224808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11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F1D67-46D0-4DDB-88F6-070AECB6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78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andere Formelwelt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67A61-27DD-4273-B3F6-C5D19301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3476B8-8C3C-4EC7-9600-E565344E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Steady-State Formula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88BDFE-24FC-4AD8-A6B6-96EDD9D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24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3CB26E-5D08-41B4-A153-300AE9ED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90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nicht integriert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C79C46-504B-43D1-B6E1-EB76A60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BCD68D-2996-47B9-B053-F075FC9A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public 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50EEDC-5630-4078-B4CF-39D0418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D180B5-C579-4C30-81D5-8B8D3F3A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90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Port/Wrapper fehlt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BBA9DD-3998-4D04-967D-F2D055B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6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B75427-F817-4888-8331-FE024575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3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Rigid Belt RB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6EA4A7-EFE0-4BB9-9D28-D534044F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36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ADA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1A1F6-0BDD-4253-9DE5-9D4C974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03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fehlt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F036FC-0EA3-4D4F-918E-80F6D2E4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6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094EE1-B0E4-409C-B293-195122F0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3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beschrieben/kommerziell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4E7E2B-721F-4935-A4E1-49ACF12D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36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1B8F0C-34D5-4678-8888-16D1CC54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03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Solver fehlt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59B122-CED8-4FEC-8284-6F7C9C3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9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3611D4-A9D7-495B-9910-80B11E2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6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Flexible Belt FB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E65427-CB5A-4332-91D8-3F10AD3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49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ADA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BA3368-A395-41A4-BA4F-5D718B2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6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fehlt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7B7F58-CE60-4FC3-96EA-832C9B32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9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FF9D8A-2C7B-4132-9A9E-3A79FF2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6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beschrieben/kommerziell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7A8E76-B5B7-493D-B7CD-6E9A88C9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496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58098D-3FD1-48FF-8245-CDF8B91C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163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3D FE fehlt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10704D-470E-4508-8B71-817E76D0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C14CEB-6A07-477B-8A95-2295E4F4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Pre/Post/FlexView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1F6627-9990-40AD-AD4E-8D9C6DA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62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ADA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006625-D37E-4BA8-B63E-AEF49FB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29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fehlt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C3A86C-A002-45B6-ADEB-E9DF8316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1E0CAA-04AA-4764-B5C0-7D9AC6A3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29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user area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3FC73A-15B1-4816-BD92-199AC38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624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A45BC1-9857-4093-A408-AA9AA221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290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TDX/3D fehlt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67383D-6CFB-41E2-93B8-7AF1D11A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5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321005-3962-451A-9D1B-9BCDDA2F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1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Messdaten/TPL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74B788-52DE-42A5-B546-96B1DB4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75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972620-1C06-4574-A5C5-206FDA96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41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teilweise DB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D5FA12-9291-4CD0-A1FF-0C08DB6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75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52F3F3-F7ED-414F-A0B7-6D26630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41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definiert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31E3AB-FE26-41E3-AD94-33AA50A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7515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7D34E9-4E0B-4569-99FE-1CC62725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4182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TDX Parser fehlt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DA978D-7DB5-4BEE-9D23-27B4BF8D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7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4BA460-161B-4184-9190-5DEA048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4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rF2 Telemetrie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4C6870-9559-4C25-BCB5-0623982D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87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0FAA9A-F497-44C8-B61E-B9464EE9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54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hoch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24DED2-3F60-4D76-89C8-8D9D627A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7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F08B3B-2DAA-415B-BBC5-6DF53CC5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4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extern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0748A5-D68B-4635-8476-A871C8C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87900"/>
            <a:ext cx="2714625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7F1582B-ABA5-4E24-BCDD-B106EF41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54575"/>
            <a:ext cx="2562225" cy="30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Integrationsvorteil</a:t>
            </a:r>
          </a:p>
        </p:txBody>
      </p:sp>
    </p:spTree>
    <p:extLst>
      <p:ext uri="{BB962C8B-B14F-4D97-AF65-F5344CB8AC3E}">
        <p14:creationId xmlns:p14="http://schemas.microsoft.com/office/powerpoint/2010/main" val="12165776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979455-2A89-480F-B707-E9530CE3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A4E9E-EAA1-4F05-B151-5EC5880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Kritische fehlende Bausteine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AB85A-1F1A-4B14-AB2F-799383C1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Was fuer echte RMOD-K Paritaet fehlt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0866E-19CE-4B4D-BEA0-F869C47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4B8F8-CB14-4B3C-A93F-23FB4C5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8175C-4B85-4343-901E-1F426B3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Modellseiten, Public Downloads, lokale Codeanalyse.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56C30-34BE-4DB9-BE27-F78A86BB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C8E28-C4E2-471D-8C18-E7E39BCB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C4A58-5A96-44EE-9FA9-EC9DDBF7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3E15B-BDD6-4100-BBCD-2EC834E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Solver-Ebene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FFE87-E5CE-42C2-B10F-5DB1435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RB Solver fuer rigid belt + Kontakt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FB FE-Substruktur mit Rebar/Layern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Misuse fuer Rim/Obstacle Kontakt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BDF/Modalintegration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D7CBD-6349-46F4-93F5-103C2180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A2660-C329-403A-AF51-7870180D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2A9BD-BCF4-404F-8A86-61183FDE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Daten-Ebene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2D874-2940-4B28-9861-2B432ED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TDX ASCII Parser und Export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F&amp;M, Cleat, Modal, Stiffness Import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Parameteridentifikation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- 3D Footprint, Friction3D, Contact Patch Grids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EE6A5-B5B3-4A2E-AB15-D8B4D381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B9FE8-59F2-4574-BE11-866990A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76BD9-1FF4-4613-A019-E6B5298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UI/Postprocessing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15659-D27D-4C3E-B460-D845939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FlexView-artige 3D/Modal-Animation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Standardmanoever und DOE Runner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Zeitbereich-Plotter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RMOD-K Input File Editor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D1E63-B42A-4B5A-A2F0-EF29AD4E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Kurzfristig realistisch: Formula-Port + TDX/Measurement-Reader.</a:t>
            </a:r>
          </a:p>
        </p:txBody>
      </p:sp>
    </p:spTree>
    <p:extLst>
      <p:ext uri="{BB962C8B-B14F-4D97-AF65-F5344CB8AC3E}">
        <p14:creationId xmlns:p14="http://schemas.microsoft.com/office/powerpoint/2010/main" val="4263686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9ECD6-8451-4B48-96FE-547C76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CFC6B-C7C0-4BF2-8BCE-A9E48FDF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Von nutzbarem Wissen zu nutzbaren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2D95-D76A-4D42-83EA-386AF15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Roadmap fuer uns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D8ED-EEF7-4DCF-B283-7536BFB9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D984-F5D4-4C7A-BD12-42FBD33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D7708-D877-4F54-97F6-B08BC49C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Roadmap abgeleitet aus Toolanalyse und Formula-Code.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7D755-A551-41CE-B540-4C94743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5A774-6EB1-4EBF-A486-B67055C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AB2F4-3EA6-4B5F-8B18-436F740A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DC3B4-068B-467E-B6D5-61678F54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Phase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4ADC4-A5AA-4E24-BA01-4766A246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38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 C++ inventarisieren, Unit Tests, Python/MATLAB Wrapper.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50A63-8FD1-46A6-A098-9E1678CB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97267-D87F-4B49-8C81-2D6742F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Phase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5326A-E9C3-4DED-ADD7-B183BC6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TDX/Measurement Parser, SQLite Mapping, QA Reports.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C3767-C1D8-4A0C-9911-6EA9305E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62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5D9B2-04AE-4C88-91BE-2A8AD01F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Phase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10BE1-633D-458E-AC09-BFC3EE37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38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FlexView-light: Contact Patch, 3D Footprint, Friction3D Editor.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61903-72A2-4F57-9208-B3F0BF25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62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6E5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46704-155F-4163-A00C-D694D8E0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Phase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8F5AA-9020-49EA-B318-9F2BC03C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RMOD-K/rF2 Vergleich: Formula/RB/FB Kennwerte gegen TGM/tTool.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6CD77-58AC-4AA6-9EA1-E1B17DE9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762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C7F89-79C0-462F-A428-1EB5AEC6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24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Phase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879F4-0A7F-4A14-8FB5-A836AB5B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8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Lizenzierte RB/FB Integration oder eigener Forschungs-Solver.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AA6BD-9792-4F1F-B86B-5527CD23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40DB5-64A7-48DD-AC65-C86757DD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EF1F0-7681-48F6-8081-59579373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Schnellster Nutzen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80E5B-F40B-4804-9024-D8005FF9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57800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Formula lauffaehig machen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TDX/Measurement Datenstruktur in DB holen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790F7-6C04-45D9-B23E-30A36F4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1974BB-AE8F-49B6-B44A-DEDD7E0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ED4EB-A440-46A6-B5F6-507B6CBB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Groesster Hebel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9E37B-0440-4943-BC53-2CAB23C4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Postprocessing und Vergleichsplots schaffen Expertenueberblick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Solver-Paritaet erst nach Datenmodell und QA</a:t>
            </a:r>
          </a:p>
        </p:txBody>
      </p:sp>
    </p:spTree>
    <p:extLst>
      <p:ext uri="{BB962C8B-B14F-4D97-AF65-F5344CB8AC3E}">
        <p14:creationId xmlns:p14="http://schemas.microsoft.com/office/powerpoint/2010/main" val="18570502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46E6F-45F2-4F9D-A965-DE842EC3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EB294-8D8D-4109-9D37-672F06E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Bevor wir Code uebernehmen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311EB-C295-4566-9756-0D7A9B27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Risiken und Entscheidungsfragen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22093-9127-412A-AD81-B31E9FBA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0A4E0-D075-4E9A-950C-CF7091FF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E6BFB-96A5-4AA0-BBBB-30E8435E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Formula-Archive, RMOD-K Domain, rF2/tTool Doku.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93BB6-3872-4EFB-A561-B93A6356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BF435-5694-422C-BD66-C74C4D52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2DB0A-2B5D-4752-A01E-2C5B0DF4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1549F-ECCE-4AB6-820B-3A48C2A2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Lizenz / Rechte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38C52-115E-438A-ACB9-9141BD44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kein klarer Standard-OSS-Lizenztext im Formula-Zip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interner Gebrauch laut Nutzer-Gespraech okay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Weitergabe/Redistribution separat klaeren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DE118-2498-422B-B3FE-44FA6A87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48D54-BDCF-41B4-949F-7A1DEFE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70540-EE8B-48FB-9605-96C1D91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Technik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0FC2D-5E34-4065-AACF-0242276C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alter VS2013/VS2017 C++ Stil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raw pointer, manuelles Memory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Einheiten, Zeichenkonventionen und Modellversionen testen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EBC60-ED21-40A4-95E8-4D215DBE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7EAB1-1130-4BC5-A877-B74F68E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D723D-5E62-41F6-8AFA-5C980D9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Fachlich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6F5C5-DA29-4099-8783-ACA27D2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Formula ist nicht RB/FB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- 3D/FE-Struktur nicht aus TGM-Geometrie ableitbar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rF2 tTool bleibt fuer LookupV2/PatchV1 autoritativ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9ED09-0E48-4287-AAD2-D4BD9CD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Formula als transparentes Lehr- und Vergleichsmodell behandeln, nicht als RB/FB Ersatz.</a:t>
            </a:r>
          </a:p>
        </p:txBody>
      </p:sp>
    </p:spTree>
    <p:extLst>
      <p:ext uri="{BB962C8B-B14F-4D97-AF65-F5344CB8AC3E}">
        <p14:creationId xmlns:p14="http://schemas.microsoft.com/office/powerpoint/2010/main" val="7343960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55E85-B434-4143-B633-0376C0E5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D7759-A7E5-474E-BC54-54DB5D43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Was nach Deck 1 klar sein sollte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587D1-5409-455A-86A8-989EDB0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Kurzfazit Tooling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8DEB7-0265-47E6-B06D-1296EF4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4145B-0E41-4687-BCAD-92BF2493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1B389-B0FD-42C1-9D9A-3B4CCB8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Zusammenfassung Deck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0E93A-7D7B-4750-BED8-91907430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6C376-E0F3-4224-A823-AC8E2AAA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23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15B50-B187-4B87-9AC8-65F9357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16A60-9B0B-4E3A-B770-90E5497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Was wir haben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1123C-EDAA-4081-B3F6-6C0F66B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895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ODS/TGM/TBC Generator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Acceptance Harness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DB, Plot/Lookup-Tools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Telemetrie, Automation, BlackLake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3A103-B25F-4825-8D8A-221147B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3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F8B70-43D7-45C8-8739-2E44E08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8DD25-8152-4F40-8D54-4FDC8803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Was RMOD-K zusaetzlich 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ADBA1-31EC-439A-8A67-EF650EBF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95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Formula, RB, FB, Misuse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Mess-/Parameterisierung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Pre/Postprocessing fuer Struktur- und Kontaktphysik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D7B72-41E8-48D9-AF36-634EA347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523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15A3A-CBC8-4B3A-AF16-E34889D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7FFBA-EFC0-42C1-9619-EBD2FCF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Was fehlt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A536C-FEC5-4615-96A6-5C426813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895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RB/FB Solver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FlexView/Postprocessor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TDX/Measurement Pipeline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- 3D Footprint/Friction Editor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39072-7ACF-4720-BBEE-D7119C48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523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B9C81-AF35-47AB-8192-B85B974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9D2FB-D616-43F4-A0F6-AAF26ED3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Naechster Schritt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D010B-79F5-4338-915C-2F7201E7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4895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Formula portieren/testen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TDX/Messdaten lesen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Vergleichsplots bauen</a:t>
            </a:r>
          </a:p>
        </p:txBody>
      </p:sp>
    </p:spTree>
    <p:extLst>
      <p:ext uri="{BB962C8B-B14F-4D97-AF65-F5344CB8AC3E}">
        <p14:creationId xmlns:p14="http://schemas.microsoft.com/office/powerpoint/2010/main" val="1059087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2026-05-25T13:07:57.3820000Z</dcterms:created>
  <dcterms:modified xsi:type="dcterms:W3CDTF">2026-05-25T13:07:57.3820000Z</dcterms:modified>
</coreProperties>
</file>